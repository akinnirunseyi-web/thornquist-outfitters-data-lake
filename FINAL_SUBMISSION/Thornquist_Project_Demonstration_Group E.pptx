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691DD-B1E7-4428-9EC1-9433731A009B}" v="5" dt="2026-10-23T15:30:57.553"/>
    <p1510:client id="{E4E2486A-2D7C-212F-6517-9351298F2C81}" v="1" dt="2026-10-23T18:41:15.438"/>
    <p1510:client id="{F1929878-649F-4FD1-96A2-9E242F8855E8}" v="4" dt="2026-10-23T15:27:10.826"/>
    <p1510:client id="{FBF97E58-F7BF-4243-B6C4-F720CCE50F9F}" v="123" dt="2026-10-23T19:06:45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1540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 Mebodo Awono" userId="6307c801-ded7-4fae-9a3c-029ad899eb28" providerId="ADAL" clId="{62842D4F-EF0C-454D-BD44-4BCBCF280C99}"/>
    <pc:docChg chg="modSld">
      <pc:chgData name="Justin Mebodo Awono" userId="6307c801-ded7-4fae-9a3c-029ad899eb28" providerId="ADAL" clId="{62842D4F-EF0C-454D-BD44-4BCBCF280C99}" dt="2026-10-23T15:30:57.547" v="4"/>
      <pc:docMkLst>
        <pc:docMk/>
      </pc:docMkLst>
      <pc:sldChg chg="addSp delSp modSp mod modTransition modAnim">
        <pc:chgData name="Justin Mebodo Awono" userId="6307c801-ded7-4fae-9a3c-029ad899eb28" providerId="ADAL" clId="{62842D4F-EF0C-454D-BD44-4BCBCF280C99}" dt="2026-10-23T15:30:57.547" v="4"/>
        <pc:sldMkLst>
          <pc:docMk/>
          <pc:sldMk cId="1411926805" sldId="258"/>
        </pc:sldMkLst>
        <pc:picChg chg="del">
          <ac:chgData name="Justin Mebodo Awono" userId="6307c801-ded7-4fae-9a3c-029ad899eb28" providerId="ADAL" clId="{62842D4F-EF0C-454D-BD44-4BCBCF280C99}" dt="2026-10-23T15:27:16.681" v="0"/>
          <ac:picMkLst>
            <pc:docMk/>
            <pc:sldMk cId="1411926805" sldId="258"/>
            <ac:picMk id="18" creationId="{E98DD711-06EB-AFE3-1C50-CD2F90202F19}"/>
          </ac:picMkLst>
        </pc:picChg>
        <pc:picChg chg="del">
          <ac:chgData name="Justin Mebodo Awono" userId="6307c801-ded7-4fae-9a3c-029ad899eb28" providerId="ADAL" clId="{62842D4F-EF0C-454D-BD44-4BCBCF280C99}" dt="2026-10-23T15:27:16.681" v="0"/>
          <ac:picMkLst>
            <pc:docMk/>
            <pc:sldMk cId="1411926805" sldId="258"/>
            <ac:picMk id="19" creationId="{A7F3F888-A57C-970B-3F4F-3AA3264F75D5}"/>
          </ac:picMkLst>
        </pc:picChg>
        <pc:picChg chg="add del mod">
          <ac:chgData name="Justin Mebodo Awono" userId="6307c801-ded7-4fae-9a3c-029ad899eb28" providerId="ADAL" clId="{62842D4F-EF0C-454D-BD44-4BCBCF280C99}" dt="2026-10-23T15:30:11.226" v="3"/>
          <ac:picMkLst>
            <pc:docMk/>
            <pc:sldMk cId="1411926805" sldId="258"/>
            <ac:picMk id="20" creationId="{95684A21-A45F-F485-0F86-5E396AFC1F67}"/>
          </ac:picMkLst>
        </pc:picChg>
        <pc:picChg chg="add del mod">
          <ac:chgData name="Justin Mebodo Awono" userId="6307c801-ded7-4fae-9a3c-029ad899eb28" providerId="ADAL" clId="{62842D4F-EF0C-454D-BD44-4BCBCF280C99}" dt="2026-10-23T15:30:11.226" v="3"/>
          <ac:picMkLst>
            <pc:docMk/>
            <pc:sldMk cId="1411926805" sldId="258"/>
            <ac:picMk id="21" creationId="{F3CEA5A6-83D9-12A8-D8DB-3E6C186BE81F}"/>
          </ac:picMkLst>
        </pc:picChg>
        <pc:picChg chg="add del mod ord">
          <ac:chgData name="Justin Mebodo Awono" userId="6307c801-ded7-4fae-9a3c-029ad899eb28" providerId="ADAL" clId="{62842D4F-EF0C-454D-BD44-4BCBCF280C99}" dt="2026-10-23T15:30:57.547" v="4"/>
          <ac:picMkLst>
            <pc:docMk/>
            <pc:sldMk cId="1411926805" sldId="258"/>
            <ac:picMk id="27" creationId="{0CEAADD5-DB85-D095-A74C-C372052E8A32}"/>
          </ac:picMkLst>
        </pc:picChg>
        <pc:picChg chg="add del mod ord">
          <ac:chgData name="Justin Mebodo Awono" userId="6307c801-ded7-4fae-9a3c-029ad899eb28" providerId="ADAL" clId="{62842D4F-EF0C-454D-BD44-4BCBCF280C99}" dt="2026-10-23T15:30:57.547" v="4"/>
          <ac:picMkLst>
            <pc:docMk/>
            <pc:sldMk cId="1411926805" sldId="258"/>
            <ac:picMk id="28" creationId="{70D67B4A-AFCD-33B2-4452-0E78CCFE80A0}"/>
          </ac:picMkLst>
        </pc:picChg>
        <pc:picChg chg="add mod">
          <ac:chgData name="Justin Mebodo Awono" userId="6307c801-ded7-4fae-9a3c-029ad899eb28" providerId="ADAL" clId="{62842D4F-EF0C-454D-BD44-4BCBCF280C99}" dt="2026-10-23T15:30:57.547" v="4"/>
          <ac:picMkLst>
            <pc:docMk/>
            <pc:sldMk cId="1411926805" sldId="258"/>
            <ac:picMk id="29" creationId="{91D8CC48-A3A3-D81F-5157-AB0F76C1C8A5}"/>
          </ac:picMkLst>
        </pc:picChg>
        <pc:picChg chg="add mod">
          <ac:chgData name="Justin Mebodo Awono" userId="6307c801-ded7-4fae-9a3c-029ad899eb28" providerId="ADAL" clId="{62842D4F-EF0C-454D-BD44-4BCBCF280C99}" dt="2026-10-23T15:30:57.547" v="4"/>
          <ac:picMkLst>
            <pc:docMk/>
            <pc:sldMk cId="1411926805" sldId="258"/>
            <ac:picMk id="30" creationId="{EB05B0CF-7FB2-0217-B183-897D3E7D3BB8}"/>
          </ac:picMkLst>
        </pc:picChg>
      </pc:sldChg>
    </pc:docChg>
  </pc:docChgLst>
  <pc:docChgLst>
    <pc:chgData name="Justin Mebodo Awono" userId="S::n10039410@humber.ca::6307c801-ded7-4fae-9a3c-029ad899eb28" providerId="AD" clId="Web-{E4E2486A-2D7C-212F-6517-9351298F2C81}"/>
    <pc:docChg chg="modSld">
      <pc:chgData name="Justin Mebodo Awono" userId="S::n10039410@humber.ca::6307c801-ded7-4fae-9a3c-029ad899eb28" providerId="AD" clId="Web-{E4E2486A-2D7C-212F-6517-9351298F2C81}" dt="2026-10-23T18:41:15.438" v="0"/>
      <pc:docMkLst>
        <pc:docMk/>
      </pc:docMkLst>
      <pc:sldChg chg="addSp modSp addAnim">
        <pc:chgData name="Justin Mebodo Awono" userId="S::n10039410@humber.ca::6307c801-ded7-4fae-9a3c-029ad899eb28" providerId="AD" clId="Web-{E4E2486A-2D7C-212F-6517-9351298F2C81}" dt="2026-10-23T18:41:15.438" v="0"/>
        <pc:sldMkLst>
          <pc:docMk/>
          <pc:sldMk cId="2006177229" sldId="261"/>
        </pc:sldMkLst>
        <pc:picChg chg="add mod">
          <ac:chgData name="Justin Mebodo Awono" userId="S::n10039410@humber.ca::6307c801-ded7-4fae-9a3c-029ad899eb28" providerId="AD" clId="Web-{E4E2486A-2D7C-212F-6517-9351298F2C81}" dt="2026-10-23T18:41:15.438" v="0"/>
          <ac:picMkLst>
            <pc:docMk/>
            <pc:sldMk cId="2006177229" sldId="261"/>
            <ac:picMk id="4" creationId="{02C29AA0-6BDE-731F-E340-F1BFB80A6107}"/>
          </ac:picMkLst>
        </pc:picChg>
      </pc:sldChg>
    </pc:docChg>
  </pc:docChgLst>
  <pc:docChgLst>
    <pc:chgData name="Oluwaseyi Oluwaseyi" userId="d7835726-334c-478e-bb09-364e389cb67a" providerId="ADAL" clId="{AB05327E-DA04-4322-BED1-27A49714F758}"/>
    <pc:docChg chg="undo custSel addSld modSld sldOrd">
      <pc:chgData name="Oluwaseyi Oluwaseyi" userId="d7835726-334c-478e-bb09-364e389cb67a" providerId="ADAL" clId="{AB05327E-DA04-4322-BED1-27A49714F758}" dt="2026-10-23T19:06:45.972" v="113" actId="478"/>
      <pc:docMkLst>
        <pc:docMk/>
      </pc:docMkLst>
      <pc:sldChg chg="addSp delSp modSp mod delAnim modNotesTx">
        <pc:chgData name="Oluwaseyi Oluwaseyi" userId="d7835726-334c-478e-bb09-364e389cb67a" providerId="ADAL" clId="{AB05327E-DA04-4322-BED1-27A49714F758}" dt="2026-10-23T15:57:13.831" v="111" actId="20577"/>
        <pc:sldMkLst>
          <pc:docMk/>
          <pc:sldMk cId="750675993" sldId="256"/>
        </pc:sldMkLst>
        <pc:spChg chg="mod">
          <ac:chgData name="Oluwaseyi Oluwaseyi" userId="d7835726-334c-478e-bb09-364e389cb67a" providerId="ADAL" clId="{AB05327E-DA04-4322-BED1-27A49714F758}" dt="2026-10-23T15:57:05.883" v="109" actId="20577"/>
          <ac:spMkLst>
            <pc:docMk/>
            <pc:sldMk cId="750675993" sldId="256"/>
            <ac:spMk id="6" creationId="{5B99F76A-9804-44F1-8B1A-102888AF8B92}"/>
          </ac:spMkLst>
        </pc:spChg>
        <pc:spChg chg="mod">
          <ac:chgData name="Oluwaseyi Oluwaseyi" userId="d7835726-334c-478e-bb09-364e389cb67a" providerId="ADAL" clId="{AB05327E-DA04-4322-BED1-27A49714F758}" dt="2026-10-23T15:57:13.831" v="111" actId="20577"/>
          <ac:spMkLst>
            <pc:docMk/>
            <pc:sldMk cId="750675993" sldId="256"/>
            <ac:spMk id="7" creationId="{A07A1DA7-ECEA-43A1-9F5F-D57C3FC65DCB}"/>
          </ac:spMkLst>
        </pc:spChg>
        <pc:spChg chg="mod">
          <ac:chgData name="Oluwaseyi Oluwaseyi" userId="d7835726-334c-478e-bb09-364e389cb67a" providerId="ADAL" clId="{AB05327E-DA04-4322-BED1-27A49714F758}" dt="2026-10-23T15:29:59.479" v="56" actId="1076"/>
          <ac:spMkLst>
            <pc:docMk/>
            <pc:sldMk cId="750675993" sldId="256"/>
            <ac:spMk id="8" creationId="{4C5B9FF4-AEB5-44DD-937B-9DE2E4C72F5F}"/>
          </ac:spMkLst>
        </pc:spChg>
        <pc:picChg chg="add del mod">
          <ac:chgData name="Oluwaseyi Oluwaseyi" userId="d7835726-334c-478e-bb09-364e389cb67a" providerId="ADAL" clId="{AB05327E-DA04-4322-BED1-27A49714F758}" dt="2026-10-23T15:07:40.083" v="25"/>
          <ac:picMkLst>
            <pc:docMk/>
            <pc:sldMk cId="750675993" sldId="256"/>
            <ac:picMk id="9" creationId="{811F6C38-2A81-0334-40FD-DE47DB6F1CC4}"/>
          </ac:picMkLst>
        </pc:picChg>
        <pc:picChg chg="add del mod">
          <ac:chgData name="Oluwaseyi Oluwaseyi" userId="d7835726-334c-478e-bb09-364e389cb67a" providerId="ADAL" clId="{AB05327E-DA04-4322-BED1-27A49714F758}" dt="2026-10-23T15:12:22.554" v="44" actId="478"/>
          <ac:picMkLst>
            <pc:docMk/>
            <pc:sldMk cId="750675993" sldId="256"/>
            <ac:picMk id="10" creationId="{AFF3A449-FA2B-0DC9-0EB3-AA888F8536C9}"/>
          </ac:picMkLst>
        </pc:picChg>
        <pc:picChg chg="del">
          <ac:chgData name="Oluwaseyi Oluwaseyi" userId="d7835726-334c-478e-bb09-364e389cb67a" providerId="ADAL" clId="{AB05327E-DA04-4322-BED1-27A49714F758}" dt="2026-10-23T15:31:08.520" v="57" actId="478"/>
          <ac:picMkLst>
            <pc:docMk/>
            <pc:sldMk cId="750675993" sldId="256"/>
            <ac:picMk id="11" creationId="{0E2FE892-1AF8-0115-8347-32C6469BF12C}"/>
          </ac:picMkLst>
        </pc:picChg>
        <pc:picChg chg="add mod">
          <ac:chgData name="Oluwaseyi Oluwaseyi" userId="d7835726-334c-478e-bb09-364e389cb67a" providerId="ADAL" clId="{AB05327E-DA04-4322-BED1-27A49714F758}" dt="2026-10-23T15:12:31.653" v="46" actId="1076"/>
          <ac:picMkLst>
            <pc:docMk/>
            <pc:sldMk cId="750675993" sldId="256"/>
            <ac:picMk id="13" creationId="{27CD82AF-3ABA-141D-2016-85404C695DE0}"/>
          </ac:picMkLst>
        </pc:picChg>
      </pc:sldChg>
      <pc:sldChg chg="addSp delSp modSp mod modNotesTx">
        <pc:chgData name="Oluwaseyi Oluwaseyi" userId="d7835726-334c-478e-bb09-364e389cb67a" providerId="ADAL" clId="{AB05327E-DA04-4322-BED1-27A49714F758}" dt="2026-10-23T15:12:28.513" v="45" actId="34818"/>
        <pc:sldMkLst>
          <pc:docMk/>
          <pc:sldMk cId="1941957188" sldId="257"/>
        </pc:sldMkLst>
        <pc:spChg chg="del">
          <ac:chgData name="Oluwaseyi Oluwaseyi" userId="d7835726-334c-478e-bb09-364e389cb67a" providerId="ADAL" clId="{AB05327E-DA04-4322-BED1-27A49714F758}" dt="2026-10-23T14:09:48.582" v="9" actId="478"/>
          <ac:spMkLst>
            <pc:docMk/>
            <pc:sldMk cId="1941957188" sldId="257"/>
            <ac:spMk id="2" creationId="{DD7217AF-C5AF-455B-BC4A-351A458AABEE}"/>
          </ac:spMkLst>
        </pc:spChg>
        <pc:spChg chg="mod">
          <ac:chgData name="Oluwaseyi Oluwaseyi" userId="d7835726-334c-478e-bb09-364e389cb67a" providerId="ADAL" clId="{AB05327E-DA04-4322-BED1-27A49714F758}" dt="2026-10-23T14:09:43.918" v="8" actId="6549"/>
          <ac:spMkLst>
            <pc:docMk/>
            <pc:sldMk cId="1941957188" sldId="257"/>
            <ac:spMk id="9" creationId="{613A7DB9-F212-42F1-AA15-43B1E92EA387}"/>
          </ac:spMkLst>
        </pc:spChg>
        <pc:picChg chg="add mod">
          <ac:chgData name="Oluwaseyi Oluwaseyi" userId="d7835726-334c-478e-bb09-364e389cb67a" providerId="ADAL" clId="{AB05327E-DA04-4322-BED1-27A49714F758}" dt="2026-10-23T14:58:50.657" v="23" actId="34818"/>
          <ac:picMkLst>
            <pc:docMk/>
            <pc:sldMk cId="1941957188" sldId="257"/>
            <ac:picMk id="10" creationId="{EFC72F73-B432-A2D7-7C4E-B6BB7D9288FF}"/>
          </ac:picMkLst>
        </pc:picChg>
        <pc:picChg chg="add mod">
          <ac:chgData name="Oluwaseyi Oluwaseyi" userId="d7835726-334c-478e-bb09-364e389cb67a" providerId="ADAL" clId="{AB05327E-DA04-4322-BED1-27A49714F758}" dt="2026-10-23T15:12:28.513" v="45" actId="34818"/>
          <ac:picMkLst>
            <pc:docMk/>
            <pc:sldMk cId="1941957188" sldId="257"/>
            <ac:picMk id="11" creationId="{225DDF6A-E1AC-F6AC-15F8-4C2F4C0647C0}"/>
          </ac:picMkLst>
        </pc:picChg>
      </pc:sldChg>
      <pc:sldChg chg="addSp modSp mod modNotesTx">
        <pc:chgData name="Oluwaseyi Oluwaseyi" userId="d7835726-334c-478e-bb09-364e389cb67a" providerId="ADAL" clId="{AB05327E-DA04-4322-BED1-27A49714F758}" dt="2026-10-23T15:12:28.513" v="45" actId="34818"/>
        <pc:sldMkLst>
          <pc:docMk/>
          <pc:sldMk cId="1411926805" sldId="258"/>
        </pc:sldMkLst>
        <pc:spChg chg="mod">
          <ac:chgData name="Oluwaseyi Oluwaseyi" userId="d7835726-334c-478e-bb09-364e389cb67a" providerId="ADAL" clId="{AB05327E-DA04-4322-BED1-27A49714F758}" dt="2026-10-23T14:09:56.206" v="11" actId="6549"/>
          <ac:spMkLst>
            <pc:docMk/>
            <pc:sldMk cId="1411926805" sldId="258"/>
            <ac:spMk id="2" creationId="{7F36E2D2-EAF3-4164-90F6-9E2DEC482423}"/>
          </ac:spMkLst>
        </pc:spChg>
        <pc:spChg chg="mod">
          <ac:chgData name="Oluwaseyi Oluwaseyi" userId="d7835726-334c-478e-bb09-364e389cb67a" providerId="ADAL" clId="{AB05327E-DA04-4322-BED1-27A49714F758}" dt="2026-10-23T14:09:53.578" v="10" actId="6549"/>
          <ac:spMkLst>
            <pc:docMk/>
            <pc:sldMk cId="1411926805" sldId="258"/>
            <ac:spMk id="16" creationId="{FE724DD1-9DB3-4CC5-B9EC-F35A21D107DC}"/>
          </ac:spMkLst>
        </pc:spChg>
        <pc:picChg chg="add mod">
          <ac:chgData name="Oluwaseyi Oluwaseyi" userId="d7835726-334c-478e-bb09-364e389cb67a" providerId="ADAL" clId="{AB05327E-DA04-4322-BED1-27A49714F758}" dt="2026-10-23T14:58:50.657" v="23" actId="34818"/>
          <ac:picMkLst>
            <pc:docMk/>
            <pc:sldMk cId="1411926805" sldId="258"/>
            <ac:picMk id="18" creationId="{E98DD711-06EB-AFE3-1C50-CD2F90202F19}"/>
          </ac:picMkLst>
        </pc:picChg>
        <pc:picChg chg="add mod">
          <ac:chgData name="Oluwaseyi Oluwaseyi" userId="d7835726-334c-478e-bb09-364e389cb67a" providerId="ADAL" clId="{AB05327E-DA04-4322-BED1-27A49714F758}" dt="2026-10-23T15:12:28.513" v="45" actId="34818"/>
          <ac:picMkLst>
            <pc:docMk/>
            <pc:sldMk cId="1411926805" sldId="258"/>
            <ac:picMk id="19" creationId="{A7F3F888-A57C-970B-3F4F-3AA3264F75D5}"/>
          </ac:picMkLst>
        </pc:picChg>
      </pc:sldChg>
      <pc:sldChg chg="addSp delSp modSp mod modTransition modAnim modNotesTx">
        <pc:chgData name="Oluwaseyi Oluwaseyi" userId="d7835726-334c-478e-bb09-364e389cb67a" providerId="ADAL" clId="{AB05327E-DA04-4322-BED1-27A49714F758}" dt="2026-10-23T15:49:14.764" v="83"/>
        <pc:sldMkLst>
          <pc:docMk/>
          <pc:sldMk cId="1813062294" sldId="259"/>
        </pc:sldMkLst>
        <pc:spChg chg="mod">
          <ac:chgData name="Oluwaseyi Oluwaseyi" userId="d7835726-334c-478e-bb09-364e389cb67a" providerId="ADAL" clId="{AB05327E-DA04-4322-BED1-27A49714F758}" dt="2026-10-23T14:15:56.239" v="19" actId="6549"/>
          <ac:spMkLst>
            <pc:docMk/>
            <pc:sldMk cId="1813062294" sldId="259"/>
            <ac:spMk id="2" creationId="{9EDC8589-B231-4EA7-8F2E-EB7EAF18B6EE}"/>
          </ac:spMkLst>
        </pc:spChg>
        <pc:spChg chg="mod">
          <ac:chgData name="Oluwaseyi Oluwaseyi" userId="d7835726-334c-478e-bb09-364e389cb67a" providerId="ADAL" clId="{AB05327E-DA04-4322-BED1-27A49714F758}" dt="2026-10-23T14:10:29.159" v="13" actId="6549"/>
          <ac:spMkLst>
            <pc:docMk/>
            <pc:sldMk cId="1813062294" sldId="259"/>
            <ac:spMk id="13" creationId="{88337B9B-588C-421E-AFA3-096080E67EB4}"/>
          </ac:spMkLst>
        </pc:spChg>
        <pc:picChg chg="add del mod">
          <ac:chgData name="Oluwaseyi Oluwaseyi" userId="d7835726-334c-478e-bb09-364e389cb67a" providerId="ADAL" clId="{AB05327E-DA04-4322-BED1-27A49714F758}" dt="2026-10-23T15:35:12.631" v="58"/>
          <ac:picMkLst>
            <pc:docMk/>
            <pc:sldMk cId="1813062294" sldId="259"/>
            <ac:picMk id="15" creationId="{26702967-A018-B3CB-EB94-5196BC837484}"/>
          </ac:picMkLst>
        </pc:picChg>
        <pc:picChg chg="add del mod">
          <ac:chgData name="Oluwaseyi Oluwaseyi" userId="d7835726-334c-478e-bb09-364e389cb67a" providerId="ADAL" clId="{AB05327E-DA04-4322-BED1-27A49714F758}" dt="2026-10-23T15:12:42.588" v="47" actId="478"/>
          <ac:picMkLst>
            <pc:docMk/>
            <pc:sldMk cId="1813062294" sldId="259"/>
            <ac:picMk id="16" creationId="{4BE63EAC-BD2B-109B-6766-5D641952BBCC}"/>
          </ac:picMkLst>
        </pc:picChg>
        <pc:picChg chg="add del mod">
          <ac:chgData name="Oluwaseyi Oluwaseyi" userId="d7835726-334c-478e-bb09-364e389cb67a" providerId="ADAL" clId="{AB05327E-DA04-4322-BED1-27A49714F758}" dt="2026-10-23T15:35:21.396" v="60"/>
          <ac:picMkLst>
            <pc:docMk/>
            <pc:sldMk cId="1813062294" sldId="259"/>
            <ac:picMk id="17" creationId="{A404D712-4457-2B18-F338-9D97DA943001}"/>
          </ac:picMkLst>
        </pc:picChg>
        <pc:picChg chg="add del mod ord">
          <ac:chgData name="Oluwaseyi Oluwaseyi" userId="d7835726-334c-478e-bb09-364e389cb67a" providerId="ADAL" clId="{AB05327E-DA04-4322-BED1-27A49714F758}" dt="2026-10-23T15:35:29.039" v="61"/>
          <ac:picMkLst>
            <pc:docMk/>
            <pc:sldMk cId="1813062294" sldId="259"/>
            <ac:picMk id="20" creationId="{F3C6B2C2-3C86-CAC2-80D4-6FA5A7F2E4E0}"/>
          </ac:picMkLst>
        </pc:picChg>
        <pc:picChg chg="add del mod">
          <ac:chgData name="Oluwaseyi Oluwaseyi" userId="d7835726-334c-478e-bb09-364e389cb67a" providerId="ADAL" clId="{AB05327E-DA04-4322-BED1-27A49714F758}" dt="2026-10-23T15:35:32.994" v="63"/>
          <ac:picMkLst>
            <pc:docMk/>
            <pc:sldMk cId="1813062294" sldId="259"/>
            <ac:picMk id="21" creationId="{949FCD1C-9FD5-2D37-94A5-55AC9427586F}"/>
          </ac:picMkLst>
        </pc:picChg>
        <pc:picChg chg="add del mod ord">
          <ac:chgData name="Oluwaseyi Oluwaseyi" userId="d7835726-334c-478e-bb09-364e389cb67a" providerId="ADAL" clId="{AB05327E-DA04-4322-BED1-27A49714F758}" dt="2026-10-23T15:36:09.208" v="64"/>
          <ac:picMkLst>
            <pc:docMk/>
            <pc:sldMk cId="1813062294" sldId="259"/>
            <ac:picMk id="24" creationId="{F07ACFF3-7869-FB32-8039-AF6BCA0AB095}"/>
          </ac:picMkLst>
        </pc:picChg>
        <pc:picChg chg="add del mod">
          <ac:chgData name="Oluwaseyi Oluwaseyi" userId="d7835726-334c-478e-bb09-364e389cb67a" providerId="ADAL" clId="{AB05327E-DA04-4322-BED1-27A49714F758}" dt="2026-10-23T15:40:33.942" v="66"/>
          <ac:picMkLst>
            <pc:docMk/>
            <pc:sldMk cId="1813062294" sldId="259"/>
            <ac:picMk id="25" creationId="{C36D8E5F-2D2E-6D62-2792-24792804CE35}"/>
          </ac:picMkLst>
        </pc:picChg>
        <pc:picChg chg="add del mod ord">
          <ac:chgData name="Oluwaseyi Oluwaseyi" userId="d7835726-334c-478e-bb09-364e389cb67a" providerId="ADAL" clId="{AB05327E-DA04-4322-BED1-27A49714F758}" dt="2026-10-23T15:41:15.534" v="67"/>
          <ac:picMkLst>
            <pc:docMk/>
            <pc:sldMk cId="1813062294" sldId="259"/>
            <ac:picMk id="29" creationId="{5B229535-4F4B-1263-43B8-73B00240E602}"/>
          </ac:picMkLst>
        </pc:picChg>
        <pc:picChg chg="add del mod">
          <ac:chgData name="Oluwaseyi Oluwaseyi" userId="d7835726-334c-478e-bb09-364e389cb67a" providerId="ADAL" clId="{AB05327E-DA04-4322-BED1-27A49714F758}" dt="2026-10-23T15:46:19.467" v="70"/>
          <ac:picMkLst>
            <pc:docMk/>
            <pc:sldMk cId="1813062294" sldId="259"/>
            <ac:picMk id="30" creationId="{F8A60145-7CEA-C868-91BC-F13C236066C0}"/>
          </ac:picMkLst>
        </pc:picChg>
        <pc:picChg chg="add del mod ord">
          <ac:chgData name="Oluwaseyi Oluwaseyi" userId="d7835726-334c-478e-bb09-364e389cb67a" providerId="ADAL" clId="{AB05327E-DA04-4322-BED1-27A49714F758}" dt="2026-10-23T15:46:25.124" v="71"/>
          <ac:picMkLst>
            <pc:docMk/>
            <pc:sldMk cId="1813062294" sldId="259"/>
            <ac:picMk id="34" creationId="{19401337-2D6E-FD6F-DCC7-205162F43F25}"/>
          </ac:picMkLst>
        </pc:picChg>
        <pc:picChg chg="add del mod">
          <ac:chgData name="Oluwaseyi Oluwaseyi" userId="d7835726-334c-478e-bb09-364e389cb67a" providerId="ADAL" clId="{AB05327E-DA04-4322-BED1-27A49714F758}" dt="2026-10-23T15:46:35.573" v="73"/>
          <ac:picMkLst>
            <pc:docMk/>
            <pc:sldMk cId="1813062294" sldId="259"/>
            <ac:picMk id="35" creationId="{9C131F4E-C062-0CCA-CA32-CB269F5C92A4}"/>
          </ac:picMkLst>
        </pc:picChg>
        <pc:picChg chg="add del mod ord">
          <ac:chgData name="Oluwaseyi Oluwaseyi" userId="d7835726-334c-478e-bb09-364e389cb67a" providerId="ADAL" clId="{AB05327E-DA04-4322-BED1-27A49714F758}" dt="2026-10-23T15:46:55.027" v="74"/>
          <ac:picMkLst>
            <pc:docMk/>
            <pc:sldMk cId="1813062294" sldId="259"/>
            <ac:picMk id="38" creationId="{8630397D-9E26-DD7D-7324-A4DA0911721B}"/>
          </ac:picMkLst>
        </pc:picChg>
        <pc:picChg chg="add del mod">
          <ac:chgData name="Oluwaseyi Oluwaseyi" userId="d7835726-334c-478e-bb09-364e389cb67a" providerId="ADAL" clId="{AB05327E-DA04-4322-BED1-27A49714F758}" dt="2026-10-23T15:47:00.298" v="76"/>
          <ac:picMkLst>
            <pc:docMk/>
            <pc:sldMk cId="1813062294" sldId="259"/>
            <ac:picMk id="39" creationId="{9B9E92D6-5B2C-FC4D-66A1-95D8BD7870D6}"/>
          </ac:picMkLst>
        </pc:picChg>
        <pc:picChg chg="add del mod ord">
          <ac:chgData name="Oluwaseyi Oluwaseyi" userId="d7835726-334c-478e-bb09-364e389cb67a" providerId="ADAL" clId="{AB05327E-DA04-4322-BED1-27A49714F758}" dt="2026-10-23T15:47:34.069" v="77"/>
          <ac:picMkLst>
            <pc:docMk/>
            <pc:sldMk cId="1813062294" sldId="259"/>
            <ac:picMk id="42" creationId="{9B7BFB3C-5E8C-944A-64EF-AAD30E719D60}"/>
          </ac:picMkLst>
        </pc:picChg>
        <pc:picChg chg="add del mod">
          <ac:chgData name="Oluwaseyi Oluwaseyi" userId="d7835726-334c-478e-bb09-364e389cb67a" providerId="ADAL" clId="{AB05327E-DA04-4322-BED1-27A49714F758}" dt="2026-10-23T15:47:41.559" v="79"/>
          <ac:picMkLst>
            <pc:docMk/>
            <pc:sldMk cId="1813062294" sldId="259"/>
            <ac:picMk id="43" creationId="{ED6249ED-1510-FC8B-516B-E6D9E24B437F}"/>
          </ac:picMkLst>
        </pc:picChg>
        <pc:picChg chg="add del mod ord">
          <ac:chgData name="Oluwaseyi Oluwaseyi" userId="d7835726-334c-478e-bb09-364e389cb67a" providerId="ADAL" clId="{AB05327E-DA04-4322-BED1-27A49714F758}" dt="2026-10-23T15:47:48.426" v="80"/>
          <ac:picMkLst>
            <pc:docMk/>
            <pc:sldMk cId="1813062294" sldId="259"/>
            <ac:picMk id="46" creationId="{13634733-CF67-3E47-2540-9AD8FBB6F1C8}"/>
          </ac:picMkLst>
        </pc:picChg>
        <pc:picChg chg="add del mod">
          <ac:chgData name="Oluwaseyi Oluwaseyi" userId="d7835726-334c-478e-bb09-364e389cb67a" providerId="ADAL" clId="{AB05327E-DA04-4322-BED1-27A49714F758}" dt="2026-10-23T15:47:53.276" v="82"/>
          <ac:picMkLst>
            <pc:docMk/>
            <pc:sldMk cId="1813062294" sldId="259"/>
            <ac:picMk id="47" creationId="{546E0C5A-433A-61C3-102F-2EE2F9A5999D}"/>
          </ac:picMkLst>
        </pc:picChg>
        <pc:picChg chg="add del mod ord">
          <ac:chgData name="Oluwaseyi Oluwaseyi" userId="d7835726-334c-478e-bb09-364e389cb67a" providerId="ADAL" clId="{AB05327E-DA04-4322-BED1-27A49714F758}" dt="2026-10-23T15:49:14.764" v="83"/>
          <ac:picMkLst>
            <pc:docMk/>
            <pc:sldMk cId="1813062294" sldId="259"/>
            <ac:picMk id="50" creationId="{5E48B33F-6D1F-F4F4-3D26-5F5F446B3607}"/>
          </ac:picMkLst>
        </pc:picChg>
        <pc:picChg chg="add mod">
          <ac:chgData name="Oluwaseyi Oluwaseyi" userId="d7835726-334c-478e-bb09-364e389cb67a" providerId="ADAL" clId="{AB05327E-DA04-4322-BED1-27A49714F758}" dt="2026-10-23T15:49:14.764" v="83"/>
          <ac:picMkLst>
            <pc:docMk/>
            <pc:sldMk cId="1813062294" sldId="259"/>
            <ac:picMk id="51" creationId="{225FCF2B-0ABA-4482-50BE-0609FADF7224}"/>
          </ac:picMkLst>
        </pc:picChg>
      </pc:sldChg>
      <pc:sldChg chg="addSp delSp modSp mod ord modTransition delAnim modAnim modNotesTx">
        <pc:chgData name="Oluwaseyi Oluwaseyi" userId="d7835726-334c-478e-bb09-364e389cb67a" providerId="ADAL" clId="{AB05327E-DA04-4322-BED1-27A49714F758}" dt="2026-10-23T15:55:26.903" v="85"/>
        <pc:sldMkLst>
          <pc:docMk/>
          <pc:sldMk cId="1747805855" sldId="260"/>
        </pc:sldMkLst>
        <pc:spChg chg="mod">
          <ac:chgData name="Oluwaseyi Oluwaseyi" userId="d7835726-334c-478e-bb09-364e389cb67a" providerId="ADAL" clId="{AB05327E-DA04-4322-BED1-27A49714F758}" dt="2026-10-23T14:11:03.247" v="17" actId="6549"/>
          <ac:spMkLst>
            <pc:docMk/>
            <pc:sldMk cId="1747805855" sldId="260"/>
            <ac:spMk id="2" creationId="{978EDACC-8C1C-4C01-8AD5-C49B44C858BF}"/>
          </ac:spMkLst>
        </pc:spChg>
        <pc:picChg chg="add del mod">
          <ac:chgData name="Oluwaseyi Oluwaseyi" userId="d7835726-334c-478e-bb09-364e389cb67a" providerId="ADAL" clId="{AB05327E-DA04-4322-BED1-27A49714F758}" dt="2026-10-23T15:14:26.367" v="49" actId="478"/>
          <ac:picMkLst>
            <pc:docMk/>
            <pc:sldMk cId="1747805855" sldId="260"/>
            <ac:picMk id="12" creationId="{6F31988F-8F5F-F4C2-1E45-D23BEEE8FFEF}"/>
          </ac:picMkLst>
        </pc:picChg>
        <pc:picChg chg="add del mod">
          <ac:chgData name="Oluwaseyi Oluwaseyi" userId="d7835726-334c-478e-bb09-364e389cb67a" providerId="ADAL" clId="{AB05327E-DA04-4322-BED1-27A49714F758}" dt="2026-10-23T15:13:00.813" v="48" actId="478"/>
          <ac:picMkLst>
            <pc:docMk/>
            <pc:sldMk cId="1747805855" sldId="260"/>
            <ac:picMk id="13" creationId="{AB2B5FCD-F1AE-8FC6-2F1D-C6D43AD3E160}"/>
          </ac:picMkLst>
        </pc:picChg>
        <pc:picChg chg="add del mod">
          <ac:chgData name="Oluwaseyi Oluwaseyi" userId="d7835726-334c-478e-bb09-364e389cb67a" providerId="ADAL" clId="{AB05327E-DA04-4322-BED1-27A49714F758}" dt="2026-10-23T15:24:31.659" v="51"/>
          <ac:picMkLst>
            <pc:docMk/>
            <pc:sldMk cId="1747805855" sldId="260"/>
            <ac:picMk id="14" creationId="{85CADF83-BFC7-A3E5-FF2E-B43A922F1145}"/>
          </ac:picMkLst>
        </pc:picChg>
        <pc:picChg chg="add del mod">
          <ac:chgData name="Oluwaseyi Oluwaseyi" userId="d7835726-334c-478e-bb09-364e389cb67a" providerId="ADAL" clId="{AB05327E-DA04-4322-BED1-27A49714F758}" dt="2026-10-23T15:25:35.463" v="52"/>
          <ac:picMkLst>
            <pc:docMk/>
            <pc:sldMk cId="1747805855" sldId="260"/>
            <ac:picMk id="15" creationId="{2F079606-9122-0038-04D6-863A1C6C0693}"/>
          </ac:picMkLst>
        </pc:picChg>
        <pc:picChg chg="add del mod">
          <ac:chgData name="Oluwaseyi Oluwaseyi" userId="d7835726-334c-478e-bb09-364e389cb67a" providerId="ADAL" clId="{AB05327E-DA04-4322-BED1-27A49714F758}" dt="2026-10-23T15:26:19.226" v="54"/>
          <ac:picMkLst>
            <pc:docMk/>
            <pc:sldMk cId="1747805855" sldId="260"/>
            <ac:picMk id="18" creationId="{07CB615F-310A-6D00-566E-9E64A21A8FDB}"/>
          </ac:picMkLst>
        </pc:picChg>
        <pc:picChg chg="add del mod">
          <ac:chgData name="Oluwaseyi Oluwaseyi" userId="d7835726-334c-478e-bb09-364e389cb67a" providerId="ADAL" clId="{AB05327E-DA04-4322-BED1-27A49714F758}" dt="2026-10-23T15:29:13.417" v="55" actId="478"/>
          <ac:picMkLst>
            <pc:docMk/>
            <pc:sldMk cId="1747805855" sldId="260"/>
            <ac:picMk id="19" creationId="{7D78A041-E8D9-1B78-BF18-4324C93BBE4B}"/>
          </ac:picMkLst>
        </pc:picChg>
      </pc:sldChg>
      <pc:sldChg chg="addSp delSp modSp new mod ord">
        <pc:chgData name="Oluwaseyi Oluwaseyi" userId="d7835726-334c-478e-bb09-364e389cb67a" providerId="ADAL" clId="{AB05327E-DA04-4322-BED1-27A49714F758}" dt="2026-10-23T19:06:45.972" v="113" actId="478"/>
        <pc:sldMkLst>
          <pc:docMk/>
          <pc:sldMk cId="2006177229" sldId="261"/>
        </pc:sldMkLst>
        <pc:picChg chg="add del mod">
          <ac:chgData name="Oluwaseyi Oluwaseyi" userId="d7835726-334c-478e-bb09-364e389cb67a" providerId="ADAL" clId="{AB05327E-DA04-4322-BED1-27A49714F758}" dt="2026-10-23T19:06:45.972" v="113" actId="478"/>
          <ac:picMkLst>
            <pc:docMk/>
            <pc:sldMk cId="2006177229" sldId="261"/>
            <ac:picMk id="2" creationId="{E8D0352A-602E-0DCF-80BA-87F59B579019}"/>
          </ac:picMkLst>
        </pc:picChg>
        <pc:picChg chg="add del mod">
          <ac:chgData name="Oluwaseyi Oluwaseyi" userId="d7835726-334c-478e-bb09-364e389cb67a" providerId="ADAL" clId="{AB05327E-DA04-4322-BED1-27A49714F758}" dt="2026-10-23T19:06:40.940" v="112" actId="478"/>
          <ac:picMkLst>
            <pc:docMk/>
            <pc:sldMk cId="2006177229" sldId="261"/>
            <ac:picMk id="3" creationId="{24C6CE73-8362-D4CF-C659-9AAC3AACBB3A}"/>
          </ac:picMkLst>
        </pc:picChg>
      </pc:sldChg>
    </pc:docChg>
  </pc:docChgLst>
  <pc:docChgLst>
    <pc:chgData name="Mahbub Alahi" userId="03746ec2-198b-4871-80c3-6248e5f54f67" providerId="ADAL" clId="{3BF1ED63-99EC-4A1D-83E5-5D246AB731A6}"/>
    <pc:docChg chg="modSld">
      <pc:chgData name="Mahbub Alahi" userId="03746ec2-198b-4871-80c3-6248e5f54f67" providerId="ADAL" clId="{3BF1ED63-99EC-4A1D-83E5-5D246AB731A6}" dt="2026-10-23T15:27:10.812" v="3"/>
      <pc:docMkLst>
        <pc:docMk/>
      </pc:docMkLst>
      <pc:sldChg chg="addSp delSp modSp mod modTransition">
        <pc:chgData name="Mahbub Alahi" userId="03746ec2-198b-4871-80c3-6248e5f54f67" providerId="ADAL" clId="{3BF1ED63-99EC-4A1D-83E5-5D246AB731A6}" dt="2026-10-23T15:26:09.208" v="2"/>
        <pc:sldMkLst>
          <pc:docMk/>
          <pc:sldMk cId="750675993" sldId="256"/>
        </pc:sldMkLst>
        <pc:picChg chg="add del mod">
          <ac:chgData name="Mahbub Alahi" userId="03746ec2-198b-4871-80c3-6248e5f54f67" providerId="ADAL" clId="{3BF1ED63-99EC-4A1D-83E5-5D246AB731A6}" dt="2026-10-23T15:26:09.208" v="2"/>
          <ac:picMkLst>
            <pc:docMk/>
            <pc:sldMk cId="750675993" sldId="256"/>
            <ac:picMk id="9" creationId="{2B7D4406-7E87-6CDB-EFC7-B62304F07BF6}"/>
          </ac:picMkLst>
        </pc:picChg>
        <pc:picChg chg="add mod">
          <ac:chgData name="Mahbub Alahi" userId="03746ec2-198b-4871-80c3-6248e5f54f67" providerId="ADAL" clId="{3BF1ED63-99EC-4A1D-83E5-5D246AB731A6}" dt="2026-10-23T15:26:09.208" v="2"/>
          <ac:picMkLst>
            <pc:docMk/>
            <pc:sldMk cId="750675993" sldId="256"/>
            <ac:picMk id="10" creationId="{B84ABEE7-9628-2C83-D6C5-A10D3649A216}"/>
          </ac:picMkLst>
        </pc:picChg>
        <pc:picChg chg="add mod">
          <ac:chgData name="Mahbub Alahi" userId="03746ec2-198b-4871-80c3-6248e5f54f67" providerId="ADAL" clId="{3BF1ED63-99EC-4A1D-83E5-5D246AB731A6}" dt="2026-10-23T15:26:09.208" v="2"/>
          <ac:picMkLst>
            <pc:docMk/>
            <pc:sldMk cId="750675993" sldId="256"/>
            <ac:picMk id="11" creationId="{0E2FE892-1AF8-0115-8347-32C6469BF12C}"/>
          </ac:picMkLst>
        </pc:picChg>
        <pc:picChg chg="del">
          <ac:chgData name="Mahbub Alahi" userId="03746ec2-198b-4871-80c3-6248e5f54f67" providerId="ADAL" clId="{3BF1ED63-99EC-4A1D-83E5-5D246AB731A6}" dt="2026-10-23T15:26:09.208" v="2"/>
          <ac:picMkLst>
            <pc:docMk/>
            <pc:sldMk cId="750675993" sldId="256"/>
            <ac:picMk id="13" creationId="{27CD82AF-3ABA-141D-2016-85404C695DE0}"/>
          </ac:picMkLst>
        </pc:picChg>
      </pc:sldChg>
      <pc:sldChg chg="addSp delSp modSp">
        <pc:chgData name="Mahbub Alahi" userId="03746ec2-198b-4871-80c3-6248e5f54f67" providerId="ADAL" clId="{3BF1ED63-99EC-4A1D-83E5-5D246AB731A6}" dt="2026-10-23T15:27:10.812" v="3"/>
        <pc:sldMkLst>
          <pc:docMk/>
          <pc:sldMk cId="1941957188" sldId="257"/>
        </pc:sldMkLst>
        <pc:picChg chg="add mod">
          <ac:chgData name="Mahbub Alahi" userId="03746ec2-198b-4871-80c3-6248e5f54f67" providerId="ADAL" clId="{3BF1ED63-99EC-4A1D-83E5-5D246AB731A6}" dt="2026-10-23T15:27:10.812" v="3"/>
          <ac:picMkLst>
            <pc:docMk/>
            <pc:sldMk cId="1941957188" sldId="257"/>
            <ac:picMk id="2" creationId="{CF25A4D6-576A-C06F-4C21-3C8772D71F6F}"/>
          </ac:picMkLst>
        </pc:picChg>
        <pc:picChg chg="del">
          <ac:chgData name="Mahbub Alahi" userId="03746ec2-198b-4871-80c3-6248e5f54f67" providerId="ADAL" clId="{3BF1ED63-99EC-4A1D-83E5-5D246AB731A6}" dt="2026-10-23T15:27:10.812" v="3"/>
          <ac:picMkLst>
            <pc:docMk/>
            <pc:sldMk cId="1941957188" sldId="257"/>
            <ac:picMk id="10" creationId="{EFC72F73-B432-A2D7-7C4E-B6BB7D9288FF}"/>
          </ac:picMkLst>
        </pc:picChg>
        <pc:picChg chg="del">
          <ac:chgData name="Mahbub Alahi" userId="03746ec2-198b-4871-80c3-6248e5f54f67" providerId="ADAL" clId="{3BF1ED63-99EC-4A1D-83E5-5D246AB731A6}" dt="2026-10-23T15:27:10.812" v="3"/>
          <ac:picMkLst>
            <pc:docMk/>
            <pc:sldMk cId="1941957188" sldId="257"/>
            <ac:picMk id="11" creationId="{225DDF6A-E1AC-F6AC-15F8-4C2F4C0647C0}"/>
          </ac:picMkLst>
        </pc:picChg>
        <pc:picChg chg="add mod">
          <ac:chgData name="Mahbub Alahi" userId="03746ec2-198b-4871-80c3-6248e5f54f67" providerId="ADAL" clId="{3BF1ED63-99EC-4A1D-83E5-5D246AB731A6}" dt="2026-10-23T15:27:10.812" v="3"/>
          <ac:picMkLst>
            <pc:docMk/>
            <pc:sldMk cId="1941957188" sldId="257"/>
            <ac:picMk id="12" creationId="{6C3819CF-43B6-0B4F-C94E-0FE9577F033C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title>
      <c:tx>
        <c:rich>
          <a:bodyPr/>
          <a:lstStyle/>
          <a:p>
            <a:r>
              <a:rPr lang="en-GB"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rPr>
              <a:t>Sales by region and channel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POS</c:v>
          </c:tx>
          <c:spPr>
            <a:solidFill>
              <a:srgbClr val="22735C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Ontario</c:v>
                </c:pt>
                <c:pt idx="1">
                  <c:v>Quebec</c:v>
                </c:pt>
                <c:pt idx="2">
                  <c:v>Alberta</c:v>
                </c:pt>
                <c:pt idx="3">
                  <c:v>British Columbia</c:v>
                </c:pt>
                <c:pt idx="4">
                  <c:v>Atlantic</c:v>
                </c:pt>
              </c:strCache>
            </c:strRef>
          </c:cat>
          <c:val>
            <c:numRef>
              <c:f>'Chart Data'!$B$2:$B$6</c:f>
              <c:numCache>
                <c:formatCode>#,##0.00</c:formatCode>
                <c:ptCount val="5"/>
                <c:pt idx="0">
                  <c:v>58817.06</c:v>
                </c:pt>
                <c:pt idx="1">
                  <c:v>46653.4</c:v>
                </c:pt>
                <c:pt idx="2">
                  <c:v>45447.91</c:v>
                </c:pt>
                <c:pt idx="3">
                  <c:v>42863.23</c:v>
                </c:pt>
                <c:pt idx="4">
                  <c:v>20780.18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2F-4C47-9D9C-F0979B50B235}"/>
            </c:ext>
          </c:extLst>
        </c:ser>
        <c:ser>
          <c:idx val="1"/>
          <c:order val="1"/>
          <c:tx>
            <c:v>Ecommerce</c:v>
          </c:tx>
          <c:spPr>
            <a:solidFill>
              <a:srgbClr val="D9B481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Ontario</c:v>
                </c:pt>
                <c:pt idx="1">
                  <c:v>Quebec</c:v>
                </c:pt>
                <c:pt idx="2">
                  <c:v>Alberta</c:v>
                </c:pt>
                <c:pt idx="3">
                  <c:v>British Columbia</c:v>
                </c:pt>
                <c:pt idx="4">
                  <c:v>Atlantic</c:v>
                </c:pt>
              </c:strCache>
            </c:strRef>
          </c:cat>
          <c:val>
            <c:numRef>
              <c:f>'Chart Data'!$D$2:$D$6</c:f>
              <c:numCache>
                <c:formatCode>#,##0.00</c:formatCode>
                <c:ptCount val="5"/>
                <c:pt idx="0">
                  <c:v>19902.84</c:v>
                </c:pt>
                <c:pt idx="1">
                  <c:v>26791.3</c:v>
                </c:pt>
                <c:pt idx="2">
                  <c:v>18346</c:v>
                </c:pt>
                <c:pt idx="3">
                  <c:v>19009.16</c:v>
                </c:pt>
                <c:pt idx="4">
                  <c:v>21959.27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2F-4C47-9D9C-F0979B50B2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CCD7D0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0000"/>
          <c:min val="0"/>
        </c:scaling>
        <c:delete val="0"/>
        <c:axPos val="b"/>
        <c:majorGridlines>
          <c:spPr>
            <a:ln w="9525">
              <a:solidFill>
                <a:srgbClr val="CCD7D0"/>
              </a:solidFill>
              <a:prstDash val="solid"/>
            </a:ln>
          </c:spPr>
        </c:majorGridlines>
        <c:numFmt formatCode="#,##0.00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endParaRPr lang="en-US"/>
          </a:p>
        </c:txPr>
        <c:crossAx val="48650112"/>
        <c:crosses val="autoZero"/>
        <c:crossBetween val="between"/>
        <c:majorUnit val="20000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725">
              <a:solidFill>
                <a:srgbClr val="172F29"/>
              </a:solidFill>
              <a:latin typeface="Nimbus Sans"/>
              <a:ea typeface="Nimbus Sans"/>
              <a:cs typeface="Nimbus Sans"/>
            </a:defRPr>
          </a:pPr>
          <a:endParaRPr lang="en-US"/>
        </a:p>
      </c:txPr>
    </c:legend>
    <c:plotVisOnly val="1"/>
    <c:dispBlanksAs val="zero"/>
    <c:showDLblsOverMax val="1"/>
  </c:chart>
  <c:spPr>
    <a:noFill/>
    <a:ln w="0">
      <a:noFill/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70A7A3E-3BE2-4DA2-9A37-1493245C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4075347-FBFF-416D-9B45-B614F4AD3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1090913-0B50-49E1-AB1C-CF383BF79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70D1F49-AAE7-4081-85A8-53292BFD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3492968-F962-4608-BDBE-07F618C76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3BC3C10-6F8F-45C6-9D60-3F08791C2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3464EE5-F5B2-4B3A-8B63-D353A81F4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C1E6AA-D69F-4655-83E7-503FB9288C2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B8D82A9-DC0F-4B1A-81B8-95A955A85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3571A92-2749-418B-8C1C-7EC34E6AF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hyperlink" Target="https://github.com/akinnirunseyi-web/thornquist-outfitters-data-lake/blob/main/architecture/Thornquist_Architecture.pdf" TargetMode="External"/><Relationship Id="rId5" Type="http://schemas.openxmlformats.org/officeDocument/2006/relationships/image" Target="../media/image2.sv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5.png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kinnirunseyi-web/thornquist-outfitters-data-lak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esenter-and-time">
            <a:extLst>
              <a:ext uri="{FF2B5EF4-FFF2-40B4-BE49-F238E27FC236}">
                <a16:creationId xmlns:a16="http://schemas.microsoft.com/office/drawing/2014/main" id="{4C5B9FF4-AEB5-44DD-937B-9DE2E4C72F5F}"/>
              </a:ext>
            </a:extLst>
          </p:cNvPr>
          <p:cNvSpPr>
            <a:spLocks noGrp="1"/>
          </p:cNvSpPr>
          <p:nvPr/>
        </p:nvSpPr>
        <p:spPr>
          <a:xfrm>
            <a:off x="227045" y="6553200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pPr>
            <a:endParaRPr sz="1275" b="0">
              <a:solidFill>
                <a:srgbClr val="D2E0D7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0A4AA9A5-1F17-4102-84E4-2A5E09252996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defPPr>
            <a:lvl1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pPr>
            <a:endParaRPr sz="1500" b="0" dirty="0">
              <a:solidFill>
                <a:srgbClr val="D9B481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3" name="project-type">
            <a:extLst>
              <a:ext uri="{FF2B5EF4-FFF2-40B4-BE49-F238E27FC236}">
                <a16:creationId xmlns:a16="http://schemas.microsoft.com/office/drawing/2014/main" id="{C08F3558-9668-48AC-B336-6D1130941622}"/>
              </a:ext>
            </a:extLst>
          </p:cNvPr>
          <p:cNvSpPr>
            <a:spLocks noGrp="1"/>
          </p:cNvSpPr>
          <p:nvPr/>
        </p:nvSpPr>
        <p:spPr>
          <a:xfrm>
            <a:off x="628650" y="647700"/>
            <a:ext cx="952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75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75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75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75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75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75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75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75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75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75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D9B481"/>
                </a:solidFill>
                <a:latin typeface="Nimbus Sans"/>
                <a:ea typeface="Nimbus Sans"/>
                <a:cs typeface="Nimbus Sans"/>
              </a:rPr>
              <a:t>AWS DATA LAKE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EE80F0F0-38D8-4102-ABA6-C8A4BDE24472}"/>
              </a:ext>
            </a:extLst>
          </p:cNvPr>
          <p:cNvSpPr>
            <a:spLocks noGrp="1"/>
          </p:cNvSpPr>
          <p:nvPr/>
        </p:nvSpPr>
        <p:spPr>
          <a:xfrm>
            <a:off x="590550" y="1438275"/>
            <a:ext cx="106680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lnSpc>
                <a:spcPct val="100000"/>
              </a:lnSpc>
              <a:buNone/>
              <a:def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Thornquist</a:t>
            </a:r>
          </a:p>
          <a:p>
            <a:pPr>
              <a:lnSpc>
                <a:spcPct val="100000"/>
              </a:lnSpc>
              <a:buNone/>
              <a:def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69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Outfitters</a:t>
            </a:r>
          </a:p>
        </p:txBody>
      </p:sp>
      <p:sp>
        <p:nvSpPr>
          <p:cNvPr id="5" name="problem-statement">
            <a:extLst>
              <a:ext uri="{FF2B5EF4-FFF2-40B4-BE49-F238E27FC236}">
                <a16:creationId xmlns:a16="http://schemas.microsoft.com/office/drawing/2014/main" id="{C7312436-9BA1-42BF-B9AC-CFD1581584C6}"/>
              </a:ext>
            </a:extLst>
          </p:cNvPr>
          <p:cNvSpPr>
            <a:spLocks noGrp="1"/>
          </p:cNvSpPr>
          <p:nvPr/>
        </p:nvSpPr>
        <p:spPr>
          <a:xfrm>
            <a:off x="628650" y="4038600"/>
            <a:ext cx="10763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rPr>
              <a:t>Store sales, ecommerce orders and customer records</a:t>
            </a:r>
          </a:p>
          <a:p>
            <a:pPr>
              <a:buNone/>
              <a:def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E0E9E1"/>
                </a:solidFill>
                <a:latin typeface="Nimbus Sans"/>
                <a:ea typeface="Nimbus Sans"/>
                <a:cs typeface="Nimbus Sans"/>
              </a:rPr>
              <a:t>in one validated reporting dataset</a:t>
            </a:r>
          </a:p>
        </p:txBody>
      </p:sp>
      <p:sp>
        <p:nvSpPr>
          <p:cNvPr id="6" name="team-names">
            <a:extLst>
              <a:ext uri="{FF2B5EF4-FFF2-40B4-BE49-F238E27FC236}">
                <a16:creationId xmlns:a16="http://schemas.microsoft.com/office/drawing/2014/main" id="{5B99F76A-9804-44F1-8B1A-102888AF8B92}"/>
              </a:ext>
            </a:extLst>
          </p:cNvPr>
          <p:cNvSpPr>
            <a:spLocks noGrp="1"/>
          </p:cNvSpPr>
          <p:nvPr/>
        </p:nvSpPr>
        <p:spPr>
          <a:xfrm>
            <a:off x="628650" y="5572125"/>
            <a:ext cx="681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n-GB"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Mahbub </a:t>
            </a:r>
            <a:r>
              <a:rPr sz="2100" b="1" err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Alahi</a:t>
            </a: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, Justin</a:t>
            </a:r>
            <a:r>
              <a:rPr lang="en-GB"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 </a:t>
            </a:r>
            <a:r>
              <a:rPr lang="en-GB" sz="2100" b="1" err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Mebodo</a:t>
            </a: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 and Seyi</a:t>
            </a:r>
            <a:r>
              <a:rPr lang="en-GB"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 Akinnirun</a:t>
            </a:r>
            <a:endParaRPr sz="2100" b="1">
              <a:solidFill>
                <a:srgbClr val="FFFFFF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7" name="presentation-date">
            <a:extLst>
              <a:ext uri="{FF2B5EF4-FFF2-40B4-BE49-F238E27FC236}">
                <a16:creationId xmlns:a16="http://schemas.microsoft.com/office/drawing/2014/main" id="{A07A1DA7-ECEA-43A1-9F5F-D57C3FC65DCB}"/>
              </a:ext>
            </a:extLst>
          </p:cNvPr>
          <p:cNvSpPr>
            <a:spLocks noGrp="1"/>
          </p:cNvSpPr>
          <p:nvPr/>
        </p:nvSpPr>
        <p:spPr>
          <a:xfrm>
            <a:off x="8677275" y="5572125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defPPr>
            <a:lvl1pPr algn="r">
              <a:buNone/>
              <a:def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buNone/>
              <a:def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buNone/>
              <a:def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buNone/>
              <a:def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buNone/>
              <a:def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buNone/>
              <a:def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buNone/>
              <a:def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buNone/>
              <a:def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buNone/>
              <a:def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buNone/>
              <a:def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rPr>
              <a:t>Midterm </a:t>
            </a:r>
            <a:r>
              <a:rPr lang="en-GB"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rPr>
              <a:t>D</a:t>
            </a:r>
            <a:r>
              <a: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rPr>
              <a:t>emonstration</a:t>
            </a:r>
          </a:p>
          <a:p>
            <a:pPr algn="r">
              <a:buNone/>
              <a:def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2E0D7"/>
                </a:solidFill>
                <a:latin typeface="Nimbus Sans"/>
                <a:ea typeface="Nimbus Sans"/>
                <a:cs typeface="Nimbus Sans"/>
              </a:rPr>
              <a:t>23 October 2026</a:t>
            </a:r>
          </a:p>
        </p:txBody>
      </p:sp>
      <p:pic>
        <p:nvPicPr>
          <p:cNvPr id="10" name="Video 9">
            <a:hlinkClick r:id="" action="ppaction://media"/>
            <a:extLst>
              <a:ext uri="{FF2B5EF4-FFF2-40B4-BE49-F238E27FC236}">
                <a16:creationId xmlns:a16="http://schemas.microsoft.com/office/drawing/2014/main" id="{B84ABEE7-9628-2C83-D6C5-A10D3649A21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9763055" y="681038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5067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303"/>
    </mc:Choice>
    <mc:Fallback xmlns="">
      <p:transition spd="slow" advTm="483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number">
            <a:extLst>
              <a:ext uri="{FF2B5EF4-FFF2-40B4-BE49-F238E27FC236}">
                <a16:creationId xmlns:a16="http://schemas.microsoft.com/office/drawing/2014/main" id="{341E289F-2653-44F6-8E98-0418B5B610FA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defPPr>
            <a:lvl1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8BD866D-8066-4BAD-B778-09E9254C53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71450" y="19050"/>
            <a:ext cx="8096250" cy="6324600"/>
          </a:xfrm>
          <a:prstGeom prst="rect">
            <a:avLst/>
          </a:prstGeom>
        </p:spPr>
      </p:pic>
      <p:sp>
        <p:nvSpPr>
          <p:cNvPr id="5" name="architecture-heading">
            <a:extLst>
              <a:ext uri="{FF2B5EF4-FFF2-40B4-BE49-F238E27FC236}">
                <a16:creationId xmlns:a16="http://schemas.microsoft.com/office/drawing/2014/main" id="{B2A9A484-F4AF-40A5-8C8F-2F04A425BA65}"/>
              </a:ext>
            </a:extLst>
          </p:cNvPr>
          <p:cNvSpPr>
            <a:spLocks noGrp="1"/>
          </p:cNvSpPr>
          <p:nvPr/>
        </p:nvSpPr>
        <p:spPr>
          <a:xfrm>
            <a:off x="8658225" y="428625"/>
            <a:ext cx="30289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rPr>
              <a:t>Project</a:t>
            </a:r>
          </a:p>
          <a:p>
            <a:pPr>
              <a:buNone/>
              <a:def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23F35"/>
                </a:solidFill>
                <a:latin typeface="Nimbus Sans"/>
                <a:ea typeface="Nimbus Sans"/>
                <a:cs typeface="Nimbus Sans"/>
              </a:rPr>
              <a:t>architecture</a:t>
            </a:r>
          </a:p>
        </p:txBody>
      </p:sp>
      <p:sp>
        <p:nvSpPr>
          <p:cNvPr id="6" name="architecture-reading-guide">
            <a:extLst>
              <a:ext uri="{FF2B5EF4-FFF2-40B4-BE49-F238E27FC236}">
                <a16:creationId xmlns:a16="http://schemas.microsoft.com/office/drawing/2014/main" id="{26076EC0-F9B1-48C5-AB2F-712AD503FAE9}"/>
              </a:ext>
            </a:extLst>
          </p:cNvPr>
          <p:cNvSpPr>
            <a:spLocks noGrp="1"/>
          </p:cNvSpPr>
          <p:nvPr/>
        </p:nvSpPr>
        <p:spPr>
          <a:xfrm>
            <a:off x="8658225" y="2143125"/>
            <a:ext cx="3000375" cy="2047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Three ingestion paths</a:t>
            </a:r>
          </a:p>
          <a:p>
            <a:pPr>
              <a:buNone/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Four S3 zones</a:t>
            </a:r>
          </a:p>
          <a:p>
            <a:pPr>
              <a:buNone/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Quality checks and quarantine</a:t>
            </a:r>
          </a:p>
          <a:p>
            <a:pPr>
              <a:buNone/>
              <a:def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Curated Parquet and Athena</a:t>
            </a:r>
          </a:p>
        </p:txBody>
      </p:sp>
      <p:sp>
        <p:nvSpPr>
          <p:cNvPr id="7" name="full-architecture-link">
            <a:extLst>
              <a:ext uri="{FF2B5EF4-FFF2-40B4-BE49-F238E27FC236}">
                <a16:creationId xmlns:a16="http://schemas.microsoft.com/office/drawing/2014/main" id="{78DC547A-838C-420B-8611-5A7C73051B18}"/>
              </a:ext>
            </a:extLst>
          </p:cNvPr>
          <p:cNvSpPr>
            <a:spLocks noGrp="1"/>
          </p:cNvSpPr>
          <p:nvPr/>
        </p:nvSpPr>
        <p:spPr>
          <a:xfrm>
            <a:off x="8658225" y="4429125"/>
            <a:ext cx="2952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025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025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025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025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025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025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025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025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025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025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025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 u="sng">
                <a:solidFill>
                  <a:srgbClr val="22735C"/>
                </a:solidFill>
                <a:latin typeface="Nimbus Sans"/>
                <a:ea typeface="Nimbus Sans"/>
                <a:cs typeface="Nimbus Sans"/>
                <a:hlinkClick r:id="rId6"/>
              </a:rPr>
              <a:t>Open the full</a:t>
            </a:r>
            <a:br>
              <a:rPr sz="2025" b="1" u="sng">
                <a:solidFill>
                  <a:srgbClr val="22735C"/>
                </a:solidFill>
                <a:latin typeface="Nimbus Sans"/>
                <a:ea typeface="Nimbus Sans"/>
                <a:cs typeface="Nimbus Sans"/>
                <a:hlinkClick r:id="rId6"/>
              </a:rPr>
            </a:br>
            <a:r>
              <a:rPr sz="2025" b="1" u="sng">
                <a:solidFill>
                  <a:srgbClr val="22735C"/>
                </a:solidFill>
                <a:latin typeface="Nimbus Sans"/>
                <a:ea typeface="Nimbus Sans"/>
                <a:cs typeface="Nimbus Sans"/>
                <a:hlinkClick r:id="rId6"/>
              </a:rPr>
              <a:t>architecture PDF</a:t>
            </a:r>
          </a:p>
        </p:txBody>
      </p:sp>
      <p:sp>
        <p:nvSpPr>
          <p:cNvPr id="8" name="architecture-second-page">
            <a:extLst>
              <a:ext uri="{FF2B5EF4-FFF2-40B4-BE49-F238E27FC236}">
                <a16:creationId xmlns:a16="http://schemas.microsoft.com/office/drawing/2014/main" id="{2D4D46AF-3B71-42FB-8052-C857171FAAEB}"/>
              </a:ext>
            </a:extLst>
          </p:cNvPr>
          <p:cNvSpPr>
            <a:spLocks noGrp="1"/>
          </p:cNvSpPr>
          <p:nvPr/>
        </p:nvSpPr>
        <p:spPr>
          <a:xfrm>
            <a:off x="8658225" y="5362575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endParaRPr sz="1725" b="0">
              <a:solidFill>
                <a:srgbClr val="52685F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9" name="recorded-demo-cue">
            <a:extLst>
              <a:ext uri="{FF2B5EF4-FFF2-40B4-BE49-F238E27FC236}">
                <a16:creationId xmlns:a16="http://schemas.microsoft.com/office/drawing/2014/main" id="{613A7DB9-F212-42F1-AA15-43B1E92EA387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9728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pPr>
            <a:endParaRPr sz="1800" b="1">
              <a:solidFill>
                <a:srgbClr val="22735C"/>
              </a:solidFill>
              <a:latin typeface="Nimbus Sans"/>
              <a:ea typeface="Nimbus Sans"/>
              <a:cs typeface="Nimbus Sans"/>
            </a:endParaRPr>
          </a:p>
        </p:txBody>
      </p:sp>
      <p:pic>
        <p:nvPicPr>
          <p:cNvPr id="2" name="Video 1">
            <a:hlinkClick r:id="" action="ppaction://media"/>
            <a:extLst>
              <a:ext uri="{FF2B5EF4-FFF2-40B4-BE49-F238E27FC236}">
                <a16:creationId xmlns:a16="http://schemas.microsoft.com/office/drawing/2014/main" id="{CF25A4D6-576A-C06F-4C21-3C8772D71F6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7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pic>
        <p:nvPicPr>
          <p:cNvPr id="12" name="Video 11">
            <a:hlinkClick r:id="" action="ppaction://media"/>
            <a:extLst>
              <a:ext uri="{FF2B5EF4-FFF2-40B4-BE49-F238E27FC236}">
                <a16:creationId xmlns:a16="http://schemas.microsoft.com/office/drawing/2014/main" id="{6C3819CF-43B6-0B4F-C94E-0FE9577F033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7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41957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265"/>
    </mc:Choice>
    <mc:Fallback xmlns="">
      <p:transition spd="slow" advTm="402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F24F748B-899C-4F31-A6C7-284340951857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rPr>
              <a:t>Ingestion and data quality</a:t>
            </a:r>
          </a:p>
        </p:txBody>
      </p:sp>
      <p:sp>
        <p:nvSpPr>
          <p:cNvPr id="2" name="presenter-and-time">
            <a:extLst>
              <a:ext uri="{FF2B5EF4-FFF2-40B4-BE49-F238E27FC236}">
                <a16:creationId xmlns:a16="http://schemas.microsoft.com/office/drawing/2014/main" id="{7F36E2D2-EAF3-4164-90F6-9E2DEC482423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endParaRPr sz="1275" b="0">
              <a:solidFill>
                <a:srgbClr val="52685F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0A5C4CDE-E4AE-4C94-BD50-01BE8E367207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defPPr>
            <a:lvl1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buNone/>
              <a:def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52685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4" name="ingestion-heading">
            <a:extLst>
              <a:ext uri="{FF2B5EF4-FFF2-40B4-BE49-F238E27FC236}">
                <a16:creationId xmlns:a16="http://schemas.microsoft.com/office/drawing/2014/main" id="{094C5B3C-9289-4F48-B597-0D7A9AF2668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rPr>
              <a:t>Three ingestion methods</a:t>
            </a:r>
          </a:p>
        </p:txBody>
      </p:sp>
      <p:sp>
        <p:nvSpPr>
          <p:cNvPr id="5" name="pos-method">
            <a:extLst>
              <a:ext uri="{FF2B5EF4-FFF2-40B4-BE49-F238E27FC236}">
                <a16:creationId xmlns:a16="http://schemas.microsoft.com/office/drawing/2014/main" id="{DF4D9408-3848-413C-9478-34320FE144EA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4762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rPr>
              <a:t>POS CSV</a:t>
            </a:r>
          </a:p>
        </p:txBody>
      </p:sp>
      <p:sp>
        <p:nvSpPr>
          <p:cNvPr id="6" name="pos-method-description">
            <a:extLst>
              <a:ext uri="{FF2B5EF4-FFF2-40B4-BE49-F238E27FC236}">
                <a16:creationId xmlns:a16="http://schemas.microsoft.com/office/drawing/2014/main" id="{769FBC16-301F-4C36-BE59-178362AB8DC7}"/>
              </a:ext>
            </a:extLst>
          </p:cNvPr>
          <p:cNvSpPr>
            <a:spLocks noGrp="1"/>
          </p:cNvSpPr>
          <p:nvPr/>
        </p:nvSpPr>
        <p:spPr>
          <a:xfrm>
            <a:off x="609600" y="24098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Scripted copy into Raw</a:t>
            </a:r>
          </a:p>
        </p:txBody>
      </p:sp>
      <p:sp>
        <p:nvSpPr>
          <p:cNvPr id="7" name="ecommerce-method">
            <a:extLst>
              <a:ext uri="{FF2B5EF4-FFF2-40B4-BE49-F238E27FC236}">
                <a16:creationId xmlns:a16="http://schemas.microsoft.com/office/drawing/2014/main" id="{84C46AD1-AD3C-4CD1-A080-F2A04D6E599F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4857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rPr>
              <a:t>Ecommerce JSON</a:t>
            </a:r>
          </a:p>
        </p:txBody>
      </p:sp>
      <p:sp>
        <p:nvSpPr>
          <p:cNvPr id="8" name="ecommerce-method-description">
            <a:extLst>
              <a:ext uri="{FF2B5EF4-FFF2-40B4-BE49-F238E27FC236}">
                <a16:creationId xmlns:a16="http://schemas.microsoft.com/office/drawing/2014/main" id="{B5C7236D-FBE1-48E9-AD21-4A1CE5B34CC7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S3 upload invokes Lambda</a:t>
            </a:r>
          </a:p>
        </p:txBody>
      </p:sp>
      <p:sp>
        <p:nvSpPr>
          <p:cNvPr id="9" name="customer-method">
            <a:extLst>
              <a:ext uri="{FF2B5EF4-FFF2-40B4-BE49-F238E27FC236}">
                <a16:creationId xmlns:a16="http://schemas.microsoft.com/office/drawing/2014/main" id="{5A824CCF-2150-4035-AEC5-8E7B8B12044F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4762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23F35"/>
                </a:solidFill>
                <a:latin typeface="Nimbus Sans"/>
                <a:ea typeface="Nimbus Sans"/>
                <a:cs typeface="Nimbus Sans"/>
              </a:rPr>
              <a:t>Customer CSV</a:t>
            </a:r>
          </a:p>
        </p:txBody>
      </p:sp>
      <p:sp>
        <p:nvSpPr>
          <p:cNvPr id="10" name="customer-method-description">
            <a:extLst>
              <a:ext uri="{FF2B5EF4-FFF2-40B4-BE49-F238E27FC236}">
                <a16:creationId xmlns:a16="http://schemas.microsoft.com/office/drawing/2014/main" id="{FC97F93D-0E88-4568-9A8B-A012DEA1686A}"/>
              </a:ext>
            </a:extLst>
          </p:cNvPr>
          <p:cNvSpPr>
            <a:spLocks noGrp="1"/>
          </p:cNvSpPr>
          <p:nvPr/>
        </p:nvSpPr>
        <p:spPr>
          <a:xfrm>
            <a:off x="609600" y="4200525"/>
            <a:ext cx="495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Glue job with daily 07:00 UTC trigger</a:t>
            </a:r>
          </a:p>
        </p:txBody>
      </p:sp>
      <p:sp>
        <p:nvSpPr>
          <p:cNvPr id="11" name="quality-summary-heading">
            <a:extLst>
              <a:ext uri="{FF2B5EF4-FFF2-40B4-BE49-F238E27FC236}">
                <a16:creationId xmlns:a16="http://schemas.microsoft.com/office/drawing/2014/main" id="{C315F089-39DE-4818-A2A1-F743234335C8}"/>
              </a:ext>
            </a:extLst>
          </p:cNvPr>
          <p:cNvSpPr>
            <a:spLocks noGrp="1"/>
          </p:cNvSpPr>
          <p:nvPr/>
        </p:nvSpPr>
        <p:spPr>
          <a:xfrm>
            <a:off x="5895975" y="1438275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23F35"/>
                </a:solidFill>
                <a:latin typeface="Nimbus Sans"/>
                <a:ea typeface="Nimbus Sans"/>
                <a:cs typeface="Nimbus Sans"/>
              </a:rPr>
              <a:t>Verified source reconciliation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FF8F43E-2D38-4F2E-88AC-15C1DF6590EE}"/>
              </a:ext>
            </a:extLst>
          </p:cNvPr>
          <p:cNvGraphicFramePr/>
          <p:nvPr/>
        </p:nvGraphicFramePr>
        <p:xfrm>
          <a:off x="5895975" y="1990725"/>
          <a:ext cx="5676900" cy="2076450"/>
        </p:xfrm>
        <a:graphic>
          <a:graphicData uri="http://schemas.openxmlformats.org/drawingml/2006/table">
            <a:tbl>
              <a:tblPr/>
              <a:tblGrid>
                <a:gridCol w="210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Source</a:t>
                      </a:r>
                    </a:p>
                  </a:txBody>
                  <a:tcPr anchor="ctr">
                    <a:lnL w="7620">
                      <a:solidFill>
                        <a:srgbClr val="CCD7D0"/>
                      </a:solidFill>
                      <a:prstDash val="soli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>
                      <a:solidFill>
                        <a:srgbClr val="CCD7D0"/>
                      </a:solidFill>
                      <a:prstDash val="soli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123F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Read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>
                      <a:solidFill>
                        <a:srgbClr val="CCD7D0"/>
                      </a:solidFill>
                      <a:prstDash val="soli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123F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Pass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>
                      <a:solidFill>
                        <a:srgbClr val="CCD7D0"/>
                      </a:solidFill>
                      <a:prstDash val="soli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123F3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Reject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>
                      <a:solidFill>
                        <a:srgbClr val="CCD7D0"/>
                      </a:solidFill>
                      <a:prstDash val="soli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123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72F2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POS</a:t>
                      </a:r>
                    </a:p>
                  </a:txBody>
                  <a:tcPr anchor="ctr">
                    <a:lnL w="7620">
                      <a:solidFill>
                        <a:srgbClr val="CCD7D0"/>
                      </a:solidFill>
                      <a:prstDash val="soli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2025" b="0">
                          <a:solidFill>
                            <a:srgbClr val="172F2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1,051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2025" b="0">
                          <a:solidFill>
                            <a:srgbClr val="172F2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1,048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2025" b="0">
                          <a:solidFill>
                            <a:srgbClr val="172F2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72F2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Orders</a:t>
                      </a:r>
                    </a:p>
                  </a:txBody>
                  <a:tcPr anchor="ctr">
                    <a:lnL w="7620">
                      <a:solidFill>
                        <a:srgbClr val="CCD7D0"/>
                      </a:solidFill>
                      <a:prstDash val="soli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2025" b="0">
                          <a:solidFill>
                            <a:srgbClr val="172F2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265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2025" b="0">
                          <a:solidFill>
                            <a:srgbClr val="172F2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226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2025" b="0">
                          <a:solidFill>
                            <a:srgbClr val="172F2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39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72F2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Customers</a:t>
                      </a:r>
                    </a:p>
                  </a:txBody>
                  <a:tcPr anchor="ctr">
                    <a:lnL w="7620">
                      <a:solidFill>
                        <a:srgbClr val="CCD7D0"/>
                      </a:solidFill>
                      <a:prstDash val="soli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2025" b="0">
                          <a:solidFill>
                            <a:srgbClr val="172F2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2025" b="0">
                          <a:solidFill>
                            <a:srgbClr val="172F2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2025" b="0">
                          <a:solidFill>
                            <a:srgbClr val="172F29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CD7D0"/>
                      </a:solidFill>
                      <a:prstDash val="solid"/>
                    </a:lnR>
                    <a:lnT w="7620" cap="flat" cmpd="sng" algn="ctr">
                      <a:solidFill>
                        <a:srgbClr val="CCD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CD7D0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chema-reconciliation">
            <a:extLst>
              <a:ext uri="{FF2B5EF4-FFF2-40B4-BE49-F238E27FC236}">
                <a16:creationId xmlns:a16="http://schemas.microsoft.com/office/drawing/2014/main" id="{EB3DCB8D-A097-42DF-B851-36854C35F978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50387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rPr>
              <a:t>Schema fixes: customer IDs, dates,</a:t>
            </a:r>
          </a:p>
          <a:p>
            <a: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rPr>
              <a:t>nested items and numeric types</a:t>
            </a:r>
          </a:p>
        </p:txBody>
      </p:sp>
      <p:sp>
        <p:nvSpPr>
          <p:cNvPr id="14" name="controlled-recovery">
            <a:extLst>
              <a:ext uri="{FF2B5EF4-FFF2-40B4-BE49-F238E27FC236}">
                <a16:creationId xmlns:a16="http://schemas.microsoft.com/office/drawing/2014/main" id="{F5B4925E-2BA6-4F1B-B3D0-54CC726D8F50}"/>
              </a:ext>
            </a:extLst>
          </p:cNvPr>
          <p:cNvSpPr>
            <a:spLocks noGrp="1"/>
          </p:cNvSpPr>
          <p:nvPr/>
        </p:nvSpPr>
        <p:spPr>
          <a:xfrm>
            <a:off x="5895975" y="4476750"/>
            <a:ext cx="5676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Glue rejects quantity -1 to quarantine</a:t>
            </a:r>
          </a:p>
          <a:p>
            <a: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Corrected order produces 4 sales lines</a:t>
            </a:r>
          </a:p>
        </p:txBody>
      </p:sp>
      <p:sp>
        <p:nvSpPr>
          <p:cNvPr id="15" name="validation-scope">
            <a:extLst>
              <a:ext uri="{FF2B5EF4-FFF2-40B4-BE49-F238E27FC236}">
                <a16:creationId xmlns:a16="http://schemas.microsoft.com/office/drawing/2014/main" id="{6D4152B3-D9F7-4C72-990C-540F21770F4E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rPr>
              <a:t>7 custom checks cover required fields, duplicates, dates, customer references,</a:t>
            </a:r>
          </a:p>
          <a:p>
            <a: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rPr>
              <a:t>quantities/prices, item structure and order totals</a:t>
            </a:r>
          </a:p>
        </p:txBody>
      </p:sp>
      <p:sp>
        <p:nvSpPr>
          <p:cNvPr id="16" name="recorded-demo-cue">
            <a:extLst>
              <a:ext uri="{FF2B5EF4-FFF2-40B4-BE49-F238E27FC236}">
                <a16:creationId xmlns:a16="http://schemas.microsoft.com/office/drawing/2014/main" id="{FE724DD1-9DB3-4CC5-B9EC-F35A21D107DC}"/>
              </a:ext>
            </a:extLst>
          </p:cNvPr>
          <p:cNvSpPr>
            <a:spLocks noGrp="1"/>
          </p:cNvSpPr>
          <p:nvPr/>
        </p:nvSpPr>
        <p:spPr>
          <a:xfrm>
            <a:off x="609600" y="6115050"/>
            <a:ext cx="1095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pPr>
            <a:endParaRPr sz="1800" b="1">
              <a:solidFill>
                <a:srgbClr val="22735C"/>
              </a:solidFill>
              <a:latin typeface="Nimbus Sans"/>
              <a:ea typeface="Nimbus Sans"/>
              <a:cs typeface="Nimbus Sans"/>
            </a:endParaRPr>
          </a:p>
        </p:txBody>
      </p:sp>
      <p:pic>
        <p:nvPicPr>
          <p:cNvPr id="29" name="Vidéo 28">
            <a:hlinkClick r:id="" action="ppaction://media"/>
            <a:extLst>
              <a:ext uri="{FF2B5EF4-FFF2-40B4-BE49-F238E27FC236}">
                <a16:creationId xmlns:a16="http://schemas.microsoft.com/office/drawing/2014/main" id="{91D8CC48-A3A3-D81F-5157-AB0F76C1C8A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pic>
        <p:nvPicPr>
          <p:cNvPr id="30" name="Vidéo 29">
            <a:hlinkClick r:id="" action="ppaction://media"/>
            <a:extLst>
              <a:ext uri="{FF2B5EF4-FFF2-40B4-BE49-F238E27FC236}">
                <a16:creationId xmlns:a16="http://schemas.microsoft.com/office/drawing/2014/main" id="{EB05B0CF-7FB2-0217-B183-897D3E7D3BB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1192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372"/>
    </mc:Choice>
    <mc:Fallback xmlns="">
      <p:transition spd="slow" advTm="423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D4724ECA-8914-47E6-9BBF-CA043BAEE796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23F35"/>
                </a:solidFill>
                <a:latin typeface="Nimbus Sans"/>
                <a:ea typeface="Nimbus Sans"/>
                <a:cs typeface="Nimbus Sans"/>
              </a:rPr>
              <a:t>Athena analytics and governance</a:t>
            </a:r>
          </a:p>
        </p:txBody>
      </p:sp>
      <p:sp>
        <p:nvSpPr>
          <p:cNvPr id="2" name="presenter-and-time">
            <a:extLst>
              <a:ext uri="{FF2B5EF4-FFF2-40B4-BE49-F238E27FC236}">
                <a16:creationId xmlns:a16="http://schemas.microsoft.com/office/drawing/2014/main" id="{9EDC8589-B231-4EA7-8F2E-EB7EAF18B6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2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endParaRPr sz="1275" b="0">
              <a:solidFill>
                <a:srgbClr val="52685F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4" name="accepted-sales">
            <a:extLst>
              <a:ext uri="{FF2B5EF4-FFF2-40B4-BE49-F238E27FC236}">
                <a16:creationId xmlns:a16="http://schemas.microsoft.com/office/drawing/2014/main" id="{B729D5DC-0A15-43F2-B07A-58F9C1568C5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7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7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7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7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7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7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7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7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7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7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123F35"/>
                </a:solidFill>
                <a:latin typeface="Nimbus Sans"/>
                <a:ea typeface="Nimbus Sans"/>
                <a:cs typeface="Nimbus Sans"/>
              </a:rPr>
              <a:t>320,570.35 total accepted sales</a:t>
            </a:r>
          </a:p>
        </p:txBody>
      </p:sp>
      <p:sp>
        <p:nvSpPr>
          <p:cNvPr id="5" name="sales-period">
            <a:extLst>
              <a:ext uri="{FF2B5EF4-FFF2-40B4-BE49-F238E27FC236}">
                <a16:creationId xmlns:a16="http://schemas.microsoft.com/office/drawing/2014/main" id="{136FF53E-2D51-4606-B894-6E71A203D4E4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7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52685F"/>
                </a:solidFill>
                <a:latin typeface="Nimbus Sans"/>
                <a:ea typeface="Nimbus Sans"/>
                <a:cs typeface="Nimbus Sans"/>
              </a:rPr>
              <a:t>1,601 sales lines for 24–30 August 2026. Amounts use source units.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B009F7F0-AE81-4D1C-B3F0-3EFCC680F068}"/>
              </a:ext>
            </a:extLst>
          </p:cNvPr>
          <p:cNvGraphicFramePr/>
          <p:nvPr/>
        </p:nvGraphicFramePr>
        <p:xfrm>
          <a:off x="552450" y="2476500"/>
          <a:ext cx="6981825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curated-performance-heading">
            <a:extLst>
              <a:ext uri="{FF2B5EF4-FFF2-40B4-BE49-F238E27FC236}">
                <a16:creationId xmlns:a16="http://schemas.microsoft.com/office/drawing/2014/main" id="{E1FAA827-5607-41D8-AC8E-86E847D49A02}"/>
              </a:ext>
            </a:extLst>
          </p:cNvPr>
          <p:cNvSpPr>
            <a:spLocks noGrp="1"/>
          </p:cNvSpPr>
          <p:nvPr/>
        </p:nvSpPr>
        <p:spPr>
          <a:xfrm>
            <a:off x="8048625" y="2505075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rPr>
              <a:t>Curated performance</a:t>
            </a:r>
          </a:p>
        </p:txBody>
      </p:sp>
      <p:sp>
        <p:nvSpPr>
          <p:cNvPr id="8" name="curated-performance-body">
            <a:extLst>
              <a:ext uri="{FF2B5EF4-FFF2-40B4-BE49-F238E27FC236}">
                <a16:creationId xmlns:a16="http://schemas.microsoft.com/office/drawing/2014/main" id="{8364CA2D-EBA4-4306-90CE-942D35DAEBAE}"/>
              </a:ext>
            </a:extLst>
          </p:cNvPr>
          <p:cNvSpPr>
            <a:spLocks noGrp="1"/>
          </p:cNvSpPr>
          <p:nvPr/>
        </p:nvSpPr>
        <p:spPr>
          <a:xfrm>
            <a:off x="8048625" y="2895600"/>
            <a:ext cx="3524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Snappy Parquet</a:t>
            </a:r>
          </a:p>
          <a:p>
            <a:pPr>
              <a:buNone/>
              <a:def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Year and month partitions</a:t>
            </a:r>
          </a:p>
        </p:txBody>
      </p:sp>
      <p:sp>
        <p:nvSpPr>
          <p:cNvPr id="9" name="deployed-controls-heading">
            <a:extLst>
              <a:ext uri="{FF2B5EF4-FFF2-40B4-BE49-F238E27FC236}">
                <a16:creationId xmlns:a16="http://schemas.microsoft.com/office/drawing/2014/main" id="{9CBCBB56-3C25-40C0-B852-CB2167D54DB8}"/>
              </a:ext>
            </a:extLst>
          </p:cNvPr>
          <p:cNvSpPr>
            <a:spLocks noGrp="1"/>
          </p:cNvSpPr>
          <p:nvPr/>
        </p:nvSpPr>
        <p:spPr>
          <a:xfrm>
            <a:off x="8048625" y="373380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23F35"/>
                </a:solidFill>
                <a:latin typeface="Nimbus Sans"/>
                <a:ea typeface="Nimbus Sans"/>
                <a:cs typeface="Nimbus Sans"/>
              </a:rPr>
              <a:t>Deployed controls</a:t>
            </a:r>
          </a:p>
        </p:txBody>
      </p:sp>
      <p:sp>
        <p:nvSpPr>
          <p:cNvPr id="10" name="deployed-controls-body">
            <a:extLst>
              <a:ext uri="{FF2B5EF4-FFF2-40B4-BE49-F238E27FC236}">
                <a16:creationId xmlns:a16="http://schemas.microsoft.com/office/drawing/2014/main" id="{4C855865-E6CF-4198-991E-9B4088D77D83}"/>
              </a:ext>
            </a:extLst>
          </p:cNvPr>
          <p:cNvSpPr>
            <a:spLocks noGrp="1"/>
          </p:cNvSpPr>
          <p:nvPr/>
        </p:nvSpPr>
        <p:spPr>
          <a:xfrm>
            <a:off x="8048625" y="4124325"/>
            <a:ext cx="3524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HTTPS bucket policy</a:t>
            </a:r>
          </a:p>
          <a:p>
            <a:pPr>
              <a:buNone/>
              <a:def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Glue failure and alarm</a:t>
            </a:r>
          </a:p>
          <a:p>
            <a:pPr>
              <a:buNone/>
              <a:def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72F29"/>
                </a:solidFill>
                <a:latin typeface="Nimbus Sans"/>
                <a:ea typeface="Nimbus Sans"/>
                <a:cs typeface="Nimbus Sans"/>
              </a:rPr>
              <a:t>email tests passed</a:t>
            </a:r>
          </a:p>
        </p:txBody>
      </p:sp>
      <p:sp>
        <p:nvSpPr>
          <p:cNvPr id="11" name="proposed-controls">
            <a:extLst>
              <a:ext uri="{FF2B5EF4-FFF2-40B4-BE49-F238E27FC236}">
                <a16:creationId xmlns:a16="http://schemas.microsoft.com/office/drawing/2014/main" id="{EDE6B5EC-879F-44AB-A468-7F30094EB7E5}"/>
              </a:ext>
            </a:extLst>
          </p:cNvPr>
          <p:cNvSpPr>
            <a:spLocks noGrp="1"/>
          </p:cNvSpPr>
          <p:nvPr/>
        </p:nvSpPr>
        <p:spPr>
          <a:xfrm>
            <a:off x="8048625" y="5095875"/>
            <a:ext cx="352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rPr>
              <a:t>Analyst IAM and Lake Formation:</a:t>
            </a:r>
          </a:p>
          <a:p>
            <a:pPr>
              <a:buNone/>
              <a:def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2685F"/>
                </a:solidFill>
                <a:latin typeface="Nimbus Sans"/>
                <a:ea typeface="Nimbus Sans"/>
                <a:cs typeface="Nimbus Sans"/>
              </a:rPr>
              <a:t>documented permission design</a:t>
            </a:r>
          </a:p>
        </p:txBody>
      </p:sp>
      <p:sp>
        <p:nvSpPr>
          <p:cNvPr id="12" name="analytics-scope">
            <a:extLst>
              <a:ext uri="{FF2B5EF4-FFF2-40B4-BE49-F238E27FC236}">
                <a16:creationId xmlns:a16="http://schemas.microsoft.com/office/drawing/2014/main" id="{1A48D658-1155-4DD8-B022-12557EC0F0E2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52685F"/>
                </a:solidFill>
                <a:latin typeface="Nimbus Sans"/>
                <a:ea typeface="Nimbus Sans"/>
                <a:cs typeface="Nimbus Sans"/>
              </a:rPr>
              <a:t>6 SQL queries answer 5 questions. Exported results feed the HTML charts.</a:t>
            </a:r>
          </a:p>
        </p:txBody>
      </p:sp>
      <p:sp>
        <p:nvSpPr>
          <p:cNvPr id="13" name="recorded-demo-cue">
            <a:extLst>
              <a:ext uri="{FF2B5EF4-FFF2-40B4-BE49-F238E27FC236}">
                <a16:creationId xmlns:a16="http://schemas.microsoft.com/office/drawing/2014/main" id="{88337B9B-588C-421E-AFA3-096080E67EB4}"/>
              </a:ext>
            </a:extLst>
          </p:cNvPr>
          <p:cNvSpPr>
            <a:spLocks noGrp="1"/>
          </p:cNvSpPr>
          <p:nvPr/>
        </p:nvSpPr>
        <p:spPr>
          <a:xfrm>
            <a:off x="609600" y="6115050"/>
            <a:ext cx="1095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00" b="1">
                <a:solidFill>
                  <a:srgbClr val="22735C"/>
                </a:solidFill>
                <a:latin typeface="Nimbus Sans"/>
                <a:ea typeface="Nimbus Sans"/>
                <a:cs typeface="Nimbus Sans"/>
              </a:defRPr>
            </a:pPr>
            <a:endParaRPr sz="1800" b="1">
              <a:solidFill>
                <a:srgbClr val="22735C"/>
              </a:solidFill>
              <a:latin typeface="Nimbus Sans"/>
              <a:ea typeface="Nimbus Sans"/>
              <a:cs typeface="Nimbus Sans"/>
            </a:endParaRPr>
          </a:p>
        </p:txBody>
      </p:sp>
      <p:pic>
        <p:nvPicPr>
          <p:cNvPr id="51" name="Video 50">
            <a:hlinkClick r:id="" action="ppaction://media"/>
            <a:extLst>
              <a:ext uri="{FF2B5EF4-FFF2-40B4-BE49-F238E27FC236}">
                <a16:creationId xmlns:a16="http://schemas.microsoft.com/office/drawing/2014/main" id="{225FCF2B-0ABA-4482-50BE-0609FADF722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9366504" y="128588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1306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180"/>
    </mc:Choice>
    <mc:Fallback xmlns="">
      <p:transition spd="slow" advTm="771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026-10-23 14-32-50">
            <a:hlinkClick r:id="" action="ppaction://media"/>
            <a:extLst>
              <a:ext uri="{FF2B5EF4-FFF2-40B4-BE49-F238E27FC236}">
                <a16:creationId xmlns:a16="http://schemas.microsoft.com/office/drawing/2014/main" id="{02C29AA0-6BDE-731F-E340-F1BFB80A61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17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8E50A2ED-2762-4F0C-9F4A-A7412FA3A32F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Results and evidence</a:t>
            </a:r>
          </a:p>
        </p:txBody>
      </p:sp>
      <p:sp>
        <p:nvSpPr>
          <p:cNvPr id="2" name="presenter-and-time">
            <a:extLst>
              <a:ext uri="{FF2B5EF4-FFF2-40B4-BE49-F238E27FC236}">
                <a16:creationId xmlns:a16="http://schemas.microsoft.com/office/drawing/2014/main" id="{978EDACC-8C1C-4C01-8AD5-C49B44C858BF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2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pPr>
            <a:endParaRPr sz="1275" b="0">
              <a:solidFill>
                <a:srgbClr val="D2E0D7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69A087B3-710C-4993-9B4C-956E57E8E667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defPPr>
            <a:lvl1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buNone/>
              <a:defRPr sz="1500" b="0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pPr>
            <a:endParaRPr sz="1500" b="0" dirty="0">
              <a:solidFill>
                <a:srgbClr val="D9B481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4" name="demonstrated-heading">
            <a:extLst>
              <a:ext uri="{FF2B5EF4-FFF2-40B4-BE49-F238E27FC236}">
                <a16:creationId xmlns:a16="http://schemas.microsoft.com/office/drawing/2014/main" id="{F2CAB779-9E57-4AD1-8A53-81827EBE4DFC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5286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rPr>
              <a:t>Demonstrated</a:t>
            </a:r>
          </a:p>
        </p:txBody>
      </p:sp>
      <p:sp>
        <p:nvSpPr>
          <p:cNvPr id="5" name="demonstrated-results">
            <a:extLst>
              <a:ext uri="{FF2B5EF4-FFF2-40B4-BE49-F238E27FC236}">
                <a16:creationId xmlns:a16="http://schemas.microsoft.com/office/drawing/2014/main" id="{341D6C37-4F82-427A-9606-BAFED4A02F18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5334000" cy="1724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lnSpc>
                <a:spcPct val="125000"/>
              </a:lnSpc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Full pipeline rehearsal passed</a:t>
            </a:r>
          </a:p>
          <a:p>
            <a:pPr>
              <a:lnSpc>
                <a:spcPct val="125000"/>
              </a:lnSpc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Raw and Trusted Athena queries</a:t>
            </a:r>
          </a:p>
          <a:p>
            <a:pPr>
              <a:lnSpc>
                <a:spcPct val="125000"/>
              </a:lnSpc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Automated rejection and correction</a:t>
            </a:r>
          </a:p>
          <a:p>
            <a:pPr>
              <a:lnSpc>
                <a:spcPct val="125000"/>
              </a:lnSpc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Curated Parquet and six business queries</a:t>
            </a:r>
          </a:p>
          <a:p>
            <a:pPr>
              <a:lnSpc>
                <a:spcPct val="125000"/>
              </a:lnSpc>
              <a:buNone/>
              <a:def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Glue failure and alarm email tests</a:t>
            </a:r>
          </a:p>
        </p:txBody>
      </p:sp>
      <p:sp>
        <p:nvSpPr>
          <p:cNvPr id="6" name="remaining-heading">
            <a:extLst>
              <a:ext uri="{FF2B5EF4-FFF2-40B4-BE49-F238E27FC236}">
                <a16:creationId xmlns:a16="http://schemas.microsoft.com/office/drawing/2014/main" id="{4EBD108B-5DD3-441F-A2A7-68E9F3DDD1EA}"/>
              </a:ext>
            </a:extLst>
          </p:cNvPr>
          <p:cNvSpPr>
            <a:spLocks noGrp="1"/>
          </p:cNvSpPr>
          <p:nvPr/>
        </p:nvSpPr>
        <p:spPr>
          <a:xfrm>
            <a:off x="6657975" y="1790700"/>
            <a:ext cx="4905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D9B481"/>
                </a:solidFill>
                <a:latin typeface="Nimbus Sans"/>
                <a:ea typeface="Nimbus Sans"/>
                <a:cs typeface="Nimbus Sans"/>
              </a:rPr>
              <a:t>Configured and documented</a:t>
            </a:r>
          </a:p>
        </p:txBody>
      </p:sp>
      <p:sp>
        <p:nvSpPr>
          <p:cNvPr id="7" name="remaining-verification">
            <a:extLst>
              <a:ext uri="{FF2B5EF4-FFF2-40B4-BE49-F238E27FC236}">
                <a16:creationId xmlns:a16="http://schemas.microsoft.com/office/drawing/2014/main" id="{09E8EE45-3A98-4E10-92B1-C897DA8A160F}"/>
              </a:ext>
            </a:extLst>
          </p:cNvPr>
          <p:cNvSpPr>
            <a:spLocks noGrp="1"/>
          </p:cNvSpPr>
          <p:nvPr/>
        </p:nvSpPr>
        <p:spPr>
          <a:xfrm>
            <a:off x="6657975" y="2400300"/>
            <a:ext cx="4905375" cy="1724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lnSpc>
                <a:spcPct val="125000"/>
              </a:lnSpc>
              <a:buNone/>
              <a:def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Customer and crawler schedules</a:t>
            </a:r>
          </a:p>
          <a:p>
            <a:pPr>
              <a:lnSpc>
                <a:spcPct val="125000"/>
              </a:lnSpc>
              <a:buNone/>
              <a:def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Analyst IAM and Lake Formation designs</a:t>
            </a:r>
          </a:p>
          <a:p>
            <a:pPr>
              <a:lnSpc>
                <a:spcPct val="125000"/>
              </a:lnSpc>
              <a:buNone/>
              <a:def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Proposed cross-zone bucket policy</a:t>
            </a:r>
          </a:p>
        </p:txBody>
      </p:sp>
      <p:sp>
        <p:nvSpPr>
          <p:cNvPr id="8" name="manual-and-quarantine-scope">
            <a:extLst>
              <a:ext uri="{FF2B5EF4-FFF2-40B4-BE49-F238E27FC236}">
                <a16:creationId xmlns:a16="http://schemas.microsoft.com/office/drawing/2014/main" id="{3B784B1E-B71C-49B6-B8A6-15B54718DBC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18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18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18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18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18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18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18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18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18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1875" b="0">
                <a:solidFill>
                  <a:srgbClr val="D2E0D7"/>
                </a:solidFill>
                <a:latin typeface="Nimbus Sans"/>
                <a:ea typeface="Nimbus Sans"/>
                <a:cs typeface="Nimbus Sans"/>
              </a:defRPr>
            </a:pPr>
            <a:endParaRPr sz="1875" b="0">
              <a:solidFill>
                <a:srgbClr val="D2E0D7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9" name="repository-link">
            <a:extLst>
              <a:ext uri="{FF2B5EF4-FFF2-40B4-BE49-F238E27FC236}">
                <a16:creationId xmlns:a16="http://schemas.microsoft.com/office/drawing/2014/main" id="{935D15C5-65C2-461E-85B9-307BF91C0B68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defPPr>
            <a:lvl1pPr>
              <a:buNone/>
              <a:defRPr sz="210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1pPr>
            <a:lvl2pPr>
              <a:buNone/>
              <a:defRPr sz="210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2pPr>
            <a:lvl3pPr>
              <a:buNone/>
              <a:defRPr sz="210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3pPr>
            <a:lvl4pPr>
              <a:buNone/>
              <a:defRPr sz="210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4pPr>
            <a:lvl5pPr>
              <a:buNone/>
              <a:defRPr sz="210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5pPr>
            <a:lvl6pPr>
              <a:buNone/>
              <a:defRPr sz="210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6pPr>
            <a:lvl7pPr>
              <a:buNone/>
              <a:defRPr sz="210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7pPr>
            <a:lvl8pPr>
              <a:buNone/>
              <a:defRPr sz="210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8pPr>
            <a:lvl9pPr>
              <a:buNone/>
              <a:defRPr sz="210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buNone/>
              <a:defRPr sz="2100" b="1">
                <a:solidFill>
                  <a:srgbClr val="D9B48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 u="sng">
                <a:solidFill>
                  <a:srgbClr val="D9B481"/>
                </a:solidFill>
                <a:latin typeface="Nimbus Sans"/>
                <a:ea typeface="Nimbus Sans"/>
                <a:cs typeface="Nimbus Sans"/>
                <a:hlinkClick r:id="rId3"/>
              </a:rPr>
              <a:t>Project repository</a:t>
            </a:r>
          </a:p>
        </p:txBody>
      </p:sp>
      <p:sp>
        <p:nvSpPr>
          <p:cNvPr id="10" name="questions">
            <a:extLst>
              <a:ext uri="{FF2B5EF4-FFF2-40B4-BE49-F238E27FC236}">
                <a16:creationId xmlns:a16="http://schemas.microsoft.com/office/drawing/2014/main" id="{E17C1486-24E0-4515-9CD9-1B3C91E2CDAC}"/>
              </a:ext>
            </a:extLst>
          </p:cNvPr>
          <p:cNvSpPr>
            <a:spLocks noGrp="1"/>
          </p:cNvSpPr>
          <p:nvPr/>
        </p:nvSpPr>
        <p:spPr>
          <a:xfrm>
            <a:off x="8772525" y="5505450"/>
            <a:ext cx="279082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31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r">
              <a:buNone/>
              <a:defRPr sz="31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r">
              <a:buNone/>
              <a:defRPr sz="31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r">
              <a:buNone/>
              <a:defRPr sz="31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r">
              <a:buNone/>
              <a:defRPr sz="31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r">
              <a:buNone/>
              <a:defRPr sz="31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r">
              <a:buNone/>
              <a:defRPr sz="31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r">
              <a:buNone/>
              <a:defRPr sz="31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r">
              <a:buNone/>
              <a:defRPr sz="31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r">
              <a:buNone/>
              <a:defRPr sz="31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r">
              <a:buNone/>
              <a:defRPr sz="31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74780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37"/>
    </mc:Choice>
    <mc:Fallback xmlns="">
      <p:transition spd="slow" advTm="5437"/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Widescreen</PresentationFormat>
  <Paragraphs>75</Paragraphs>
  <Slides>6</Slides>
  <Notes>5</Notes>
  <HiddenSlides>0</HiddenSlides>
  <MMClips>7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Nimbus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oluwaseyi akinnirun</cp:lastModifiedBy>
  <cp:revision>3</cp:revision>
  <dcterms:created xsi:type="dcterms:W3CDTF">2026-10-23T12:18:05Z</dcterms:created>
  <dcterms:modified xsi:type="dcterms:W3CDTF">2026-10-24T01:30:39Z</dcterms:modified>
</cp:coreProperties>
</file>